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94" r:id="rId7"/>
    <p:sldId id="310" r:id="rId8"/>
    <p:sldId id="295" r:id="rId9"/>
    <p:sldId id="301" r:id="rId10"/>
    <p:sldId id="306" r:id="rId11"/>
    <p:sldId id="307" r:id="rId12"/>
    <p:sldId id="308" r:id="rId13"/>
    <p:sldId id="309" r:id="rId14"/>
    <p:sldId id="263" r:id="rId15"/>
  </p:sldIdLst>
  <p:sldSz cx="18288000" cy="10287000"/>
  <p:notesSz cx="6858000" cy="9144000"/>
  <p:embeddedFontLst>
    <p:embeddedFont>
      <p:font typeface="맑은 고딕" panose="020B0503020000020004" pitchFamily="34" charset="-127"/>
      <p:regular r:id="rId17"/>
      <p:bold r:id="rId18"/>
    </p:embeddedFont>
    <p:embeddedFont>
      <p:font typeface="Source Han Sans KR" panose="020B0604020202020204" charset="-128"/>
      <p:regular r:id="rId19"/>
    </p:embeddedFont>
    <p:embeddedFont>
      <p:font typeface="Source Han Sans KR Bold" panose="020B0604020202020204" charset="-128"/>
      <p:regular r:id="rId20"/>
      <p:bold r:id="rId21"/>
    </p:embeddedFont>
    <p:embeddedFont>
      <p:font typeface="Source Han Sans KR Medium" panose="020B0604020202020204" charset="-128"/>
      <p:regular r:id="rId22"/>
    </p:embeddedFont>
    <p:embeddedFont>
      <p:font typeface="Bruno" panose="020B0604020202020204" charset="-79"/>
      <p:regular r:id="rId23"/>
    </p:embeddedFon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1D26"/>
    <a:srgbClr val="7E7E7E"/>
    <a:srgbClr val="1A1A1A"/>
    <a:srgbClr val="FAFAFA"/>
    <a:srgbClr val="0095EA"/>
    <a:srgbClr val="FFFFFF"/>
    <a:srgbClr val="00E66F"/>
    <a:srgbClr val="FFD626"/>
    <a:srgbClr val="E4E4E4"/>
    <a:srgbClr val="284B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4D65E3-500E-484E-B2F2-EDEF9AC3BCBC}" v="7528" dt="2025-04-10T08:37:25.898"/>
    <p1510:client id="{1B0FBFDA-7665-0447-87DA-AC1D6ABB8AD1}" v="10040" dt="2025-04-10T08:49:53.242"/>
    <p1510:client id="{FF93D2E1-91D9-FB3D-8791-703151B039FD}" v="323" dt="2025-04-09T14:51:03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0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장현석" userId="8592f213-9b8b-47d9-b702-3d8a4a745257" providerId="ADAL" clId="{1B0FBFDA-7665-0447-87DA-AC1D6ABB8AD1}"/>
    <pc:docChg chg="undo custSel delSld modSld">
      <pc:chgData name="장현석" userId="8592f213-9b8b-47d9-b702-3d8a4a745257" providerId="ADAL" clId="{1B0FBFDA-7665-0447-87DA-AC1D6ABB8AD1}" dt="2025-04-10T08:49:53.242" v="17413" actId="20577"/>
      <pc:docMkLst>
        <pc:docMk/>
      </pc:docMkLst>
      <pc:sldChg chg="modNotesTx">
        <pc:chgData name="장현석" userId="8592f213-9b8b-47d9-b702-3d8a4a745257" providerId="ADAL" clId="{1B0FBFDA-7665-0447-87DA-AC1D6ABB8AD1}" dt="2025-04-10T08:40:57.986" v="16866" actId="20577"/>
        <pc:sldMkLst>
          <pc:docMk/>
          <pc:sldMk cId="0" sldId="256"/>
        </pc:sldMkLst>
      </pc:sldChg>
      <pc:sldChg chg="modSp mod">
        <pc:chgData name="장현석" userId="8592f213-9b8b-47d9-b702-3d8a4a745257" providerId="ADAL" clId="{1B0FBFDA-7665-0447-87DA-AC1D6ABB8AD1}" dt="2025-04-09T16:18:21.671" v="1228" actId="20577"/>
        <pc:sldMkLst>
          <pc:docMk/>
          <pc:sldMk cId="0" sldId="257"/>
        </pc:sldMkLst>
        <pc:spChg chg="mod">
          <ac:chgData name="장현석" userId="8592f213-9b8b-47d9-b702-3d8a4a745257" providerId="ADAL" clId="{1B0FBFDA-7665-0447-87DA-AC1D6ABB8AD1}" dt="2025-04-09T15:03:38.959" v="795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장현석" userId="8592f213-9b8b-47d9-b702-3d8a4a745257" providerId="ADAL" clId="{1B0FBFDA-7665-0447-87DA-AC1D6ABB8AD1}" dt="2025-04-09T16:18:21.671" v="1228" actId="20577"/>
          <ac:spMkLst>
            <pc:docMk/>
            <pc:sldMk cId="0" sldId="257"/>
            <ac:spMk id="5" creationId="{00000000-0000-0000-0000-000000000000}"/>
          </ac:spMkLst>
        </pc:spChg>
      </pc:sldChg>
      <pc:sldChg chg="modNotesTx">
        <pc:chgData name="장현석" userId="8592f213-9b8b-47d9-b702-3d8a4a745257" providerId="ADAL" clId="{1B0FBFDA-7665-0447-87DA-AC1D6ABB8AD1}" dt="2025-04-10T08:40:39.665" v="16863" actId="20577"/>
        <pc:sldMkLst>
          <pc:docMk/>
          <pc:sldMk cId="0" sldId="263"/>
        </pc:sldMkLst>
      </pc:sldChg>
      <pc:sldChg chg="del">
        <pc:chgData name="장현석" userId="8592f213-9b8b-47d9-b702-3d8a4a745257" providerId="ADAL" clId="{1B0FBFDA-7665-0447-87DA-AC1D6ABB8AD1}" dt="2025-04-10T08:19:48.773" v="14182" actId="2696"/>
        <pc:sldMkLst>
          <pc:docMk/>
          <pc:sldMk cId="1745230688" sldId="285"/>
        </pc:sldMkLst>
      </pc:sldChg>
      <pc:sldChg chg="addSp delSp modSp mod modNotesTx">
        <pc:chgData name="장현석" userId="8592f213-9b8b-47d9-b702-3d8a4a745257" providerId="ADAL" clId="{1B0FBFDA-7665-0447-87DA-AC1D6ABB8AD1}" dt="2025-04-10T08:48:24.611" v="17385" actId="20577"/>
        <pc:sldMkLst>
          <pc:docMk/>
          <pc:sldMk cId="2737679124" sldId="294"/>
        </pc:sldMkLst>
        <pc:spChg chg="mod">
          <ac:chgData name="장현석" userId="8592f213-9b8b-47d9-b702-3d8a4a745257" providerId="ADAL" clId="{1B0FBFDA-7665-0447-87DA-AC1D6ABB8AD1}" dt="2025-04-09T15:05:00.262" v="882" actId="947"/>
          <ac:spMkLst>
            <pc:docMk/>
            <pc:sldMk cId="2737679124" sldId="294"/>
            <ac:spMk id="3" creationId="{4AD1C4A5-1F96-0DFD-B054-E83EA6582C43}"/>
          </ac:spMkLst>
        </pc:spChg>
        <pc:spChg chg="mod">
          <ac:chgData name="장현석" userId="8592f213-9b8b-47d9-b702-3d8a4a745257" providerId="ADAL" clId="{1B0FBFDA-7665-0447-87DA-AC1D6ABB8AD1}" dt="2025-04-09T16:05:28.834" v="977" actId="20577"/>
          <ac:spMkLst>
            <pc:docMk/>
            <pc:sldMk cId="2737679124" sldId="294"/>
            <ac:spMk id="6" creationId="{F33F3F4F-CB28-FE9C-EC12-2305DA32706F}"/>
          </ac:spMkLst>
        </pc:spChg>
        <pc:spChg chg="mod">
          <ac:chgData name="장현석" userId="8592f213-9b8b-47d9-b702-3d8a4a745257" providerId="ADAL" clId="{1B0FBFDA-7665-0447-87DA-AC1D6ABB8AD1}" dt="2025-04-09T14:54:38.323" v="86" actId="20577"/>
          <ac:spMkLst>
            <pc:docMk/>
            <pc:sldMk cId="2737679124" sldId="294"/>
            <ac:spMk id="8" creationId="{CB315D08-1561-E0C2-7EDB-F922E5290870}"/>
          </ac:spMkLst>
        </pc:spChg>
        <pc:spChg chg="mod">
          <ac:chgData name="장현석" userId="8592f213-9b8b-47d9-b702-3d8a4a745257" providerId="ADAL" clId="{1B0FBFDA-7665-0447-87DA-AC1D6ABB8AD1}" dt="2025-04-09T14:57:41.329" v="245" actId="1076"/>
          <ac:spMkLst>
            <pc:docMk/>
            <pc:sldMk cId="2737679124" sldId="294"/>
            <ac:spMk id="9" creationId="{A0BEBD29-E759-B516-DB30-3E9D860C3179}"/>
          </ac:spMkLst>
        </pc:spChg>
        <pc:spChg chg="mod">
          <ac:chgData name="장현석" userId="8592f213-9b8b-47d9-b702-3d8a4a745257" providerId="ADAL" clId="{1B0FBFDA-7665-0447-87DA-AC1D6ABB8AD1}" dt="2025-04-09T14:57:41.329" v="245" actId="1076"/>
          <ac:spMkLst>
            <pc:docMk/>
            <pc:sldMk cId="2737679124" sldId="294"/>
            <ac:spMk id="10" creationId="{9A29AB0F-8AE0-570C-E4B3-F88335245A6E}"/>
          </ac:spMkLst>
        </pc:spChg>
        <pc:spChg chg="mod">
          <ac:chgData name="장현석" userId="8592f213-9b8b-47d9-b702-3d8a4a745257" providerId="ADAL" clId="{1B0FBFDA-7665-0447-87DA-AC1D6ABB8AD1}" dt="2025-04-09T14:57:41.329" v="245" actId="1076"/>
          <ac:spMkLst>
            <pc:docMk/>
            <pc:sldMk cId="2737679124" sldId="294"/>
            <ac:spMk id="14" creationId="{EA62220B-484C-C139-8C70-EBBC8B0A0829}"/>
          </ac:spMkLst>
        </pc:spChg>
        <pc:spChg chg="mod">
          <ac:chgData name="장현석" userId="8592f213-9b8b-47d9-b702-3d8a4a745257" providerId="ADAL" clId="{1B0FBFDA-7665-0447-87DA-AC1D6ABB8AD1}" dt="2025-04-09T14:57:41.329" v="245" actId="1076"/>
          <ac:spMkLst>
            <pc:docMk/>
            <pc:sldMk cId="2737679124" sldId="294"/>
            <ac:spMk id="15" creationId="{E4536255-B0F0-1579-DF58-B2EF690576B4}"/>
          </ac:spMkLst>
        </pc:spChg>
        <pc:spChg chg="mod">
          <ac:chgData name="장현석" userId="8592f213-9b8b-47d9-b702-3d8a4a745257" providerId="ADAL" clId="{1B0FBFDA-7665-0447-87DA-AC1D6ABB8AD1}" dt="2025-04-09T15:03:17.391" v="777" actId="20577"/>
          <ac:spMkLst>
            <pc:docMk/>
            <pc:sldMk cId="2737679124" sldId="294"/>
            <ac:spMk id="20" creationId="{767C7930-C949-A50F-4B4D-1875CDE467ED}"/>
          </ac:spMkLst>
        </pc:spChg>
        <pc:spChg chg="add del mod">
          <ac:chgData name="장현석" userId="8592f213-9b8b-47d9-b702-3d8a4a745257" providerId="ADAL" clId="{1B0FBFDA-7665-0447-87DA-AC1D6ABB8AD1}" dt="2025-04-09T14:57:03.223" v="238" actId="478"/>
          <ac:spMkLst>
            <pc:docMk/>
            <pc:sldMk cId="2737679124" sldId="294"/>
            <ac:spMk id="23" creationId="{678B0FB9-E40A-15B7-D47E-A8B2559C1412}"/>
          </ac:spMkLst>
        </pc:spChg>
        <pc:spChg chg="mod">
          <ac:chgData name="장현석" userId="8592f213-9b8b-47d9-b702-3d8a4a745257" providerId="ADAL" clId="{1B0FBFDA-7665-0447-87DA-AC1D6ABB8AD1}" dt="2025-04-09T14:55:50.312" v="188" actId="20577"/>
          <ac:spMkLst>
            <pc:docMk/>
            <pc:sldMk cId="2737679124" sldId="294"/>
            <ac:spMk id="24" creationId="{B343F72A-A3F0-1B6C-99B6-7C74E3E93331}"/>
          </ac:spMkLst>
        </pc:spChg>
        <pc:spChg chg="add mod">
          <ac:chgData name="장현석" userId="8592f213-9b8b-47d9-b702-3d8a4a745257" providerId="ADAL" clId="{1B0FBFDA-7665-0447-87DA-AC1D6ABB8AD1}" dt="2025-04-09T14:58:04.226" v="248" actId="14100"/>
          <ac:spMkLst>
            <pc:docMk/>
            <pc:sldMk cId="2737679124" sldId="294"/>
            <ac:spMk id="25" creationId="{7164B272-9B4F-92EE-9CA6-7177ADAE1319}"/>
          </ac:spMkLst>
        </pc:spChg>
        <pc:spChg chg="add mod">
          <ac:chgData name="장현석" userId="8592f213-9b8b-47d9-b702-3d8a4a745257" providerId="ADAL" clId="{1B0FBFDA-7665-0447-87DA-AC1D6ABB8AD1}" dt="2025-04-09T14:58:41.107" v="273" actId="1076"/>
          <ac:spMkLst>
            <pc:docMk/>
            <pc:sldMk cId="2737679124" sldId="294"/>
            <ac:spMk id="26" creationId="{18F0858F-93EF-3EE2-11B0-28C155957FEC}"/>
          </ac:spMkLst>
        </pc:spChg>
        <pc:spChg chg="add mod">
          <ac:chgData name="장현석" userId="8592f213-9b8b-47d9-b702-3d8a4a745257" providerId="ADAL" clId="{1B0FBFDA-7665-0447-87DA-AC1D6ABB8AD1}" dt="2025-04-09T23:47:44.251" v="1607" actId="1076"/>
          <ac:spMkLst>
            <pc:docMk/>
            <pc:sldMk cId="2737679124" sldId="294"/>
            <ac:spMk id="27" creationId="{654753FD-53C2-B868-B7BC-8EA996F0440B}"/>
          </ac:spMkLst>
        </pc:spChg>
        <pc:grpChg chg="del">
          <ac:chgData name="장현석" userId="8592f213-9b8b-47d9-b702-3d8a4a745257" providerId="ADAL" clId="{1B0FBFDA-7665-0447-87DA-AC1D6ABB8AD1}" dt="2025-04-09T14:53:42.731" v="42" actId="478"/>
          <ac:grpSpMkLst>
            <pc:docMk/>
            <pc:sldMk cId="2737679124" sldId="294"/>
            <ac:grpSpMk id="18" creationId="{F15AC93C-0FAA-3A8E-D203-713A5B350BF3}"/>
          </ac:grpSpMkLst>
        </pc:grpChg>
        <pc:grpChg chg="mod">
          <ac:chgData name="장현석" userId="8592f213-9b8b-47d9-b702-3d8a4a745257" providerId="ADAL" clId="{1B0FBFDA-7665-0447-87DA-AC1D6ABB8AD1}" dt="2025-04-09T14:57:41.329" v="245" actId="1076"/>
          <ac:grpSpMkLst>
            <pc:docMk/>
            <pc:sldMk cId="2737679124" sldId="294"/>
            <ac:grpSpMk id="19" creationId="{247339A3-5BDA-3C62-A731-AFD2355BE494}"/>
          </ac:grpSpMkLst>
        </pc:grpChg>
        <pc:picChg chg="mod">
          <ac:chgData name="장현석" userId="8592f213-9b8b-47d9-b702-3d8a4a745257" providerId="ADAL" clId="{1B0FBFDA-7665-0447-87DA-AC1D6ABB8AD1}" dt="2025-04-09T14:57:41.329" v="245" actId="1076"/>
          <ac:picMkLst>
            <pc:docMk/>
            <pc:sldMk cId="2737679124" sldId="294"/>
            <ac:picMk id="7" creationId="{55BE101F-FD03-AD07-B05E-876CC86FD214}"/>
          </ac:picMkLst>
        </pc:picChg>
        <pc:picChg chg="add mod">
          <ac:chgData name="장현석" userId="8592f213-9b8b-47d9-b702-3d8a4a745257" providerId="ADAL" clId="{1B0FBFDA-7665-0447-87DA-AC1D6ABB8AD1}" dt="2025-04-09T23:46:55.002" v="1583" actId="1076"/>
          <ac:picMkLst>
            <pc:docMk/>
            <pc:sldMk cId="2737679124" sldId="294"/>
            <ac:picMk id="22" creationId="{61B6244F-CC3A-D98B-BB98-AB6F924AC19A}"/>
          </ac:picMkLst>
        </pc:picChg>
      </pc:sldChg>
      <pc:sldChg chg="addSp delSp modSp mod modNotesTx">
        <pc:chgData name="장현석" userId="8592f213-9b8b-47d9-b702-3d8a4a745257" providerId="ADAL" clId="{1B0FBFDA-7665-0447-87DA-AC1D6ABB8AD1}" dt="2025-04-10T08:47:41.593" v="17357" actId="20577"/>
        <pc:sldMkLst>
          <pc:docMk/>
          <pc:sldMk cId="3151052977" sldId="295"/>
        </pc:sldMkLst>
        <pc:spChg chg="mod">
          <ac:chgData name="장현석" userId="8592f213-9b8b-47d9-b702-3d8a4a745257" providerId="ADAL" clId="{1B0FBFDA-7665-0447-87DA-AC1D6ABB8AD1}" dt="2025-04-09T16:18:14.158" v="1211" actId="20577"/>
          <ac:spMkLst>
            <pc:docMk/>
            <pc:sldMk cId="3151052977" sldId="295"/>
            <ac:spMk id="3" creationId="{01B69B13-5849-2270-2EF2-EE078A5944BC}"/>
          </ac:spMkLst>
        </pc:spChg>
        <pc:spChg chg="del">
          <ac:chgData name="장현석" userId="8592f213-9b8b-47d9-b702-3d8a4a745257" providerId="ADAL" clId="{1B0FBFDA-7665-0447-87DA-AC1D6ABB8AD1}" dt="2025-04-10T00:47:59.711" v="2605" actId="478"/>
          <ac:spMkLst>
            <pc:docMk/>
            <pc:sldMk cId="3151052977" sldId="295"/>
            <ac:spMk id="5" creationId="{79F49CC3-C068-2300-0422-CAF8E79898EB}"/>
          </ac:spMkLst>
        </pc:spChg>
        <pc:spChg chg="mod">
          <ac:chgData name="장현석" userId="8592f213-9b8b-47d9-b702-3d8a4a745257" providerId="ADAL" clId="{1B0FBFDA-7665-0447-87DA-AC1D6ABB8AD1}" dt="2025-04-10T00:09:51.253" v="2510" actId="20577"/>
          <ac:spMkLst>
            <pc:docMk/>
            <pc:sldMk cId="3151052977" sldId="295"/>
            <ac:spMk id="6" creationId="{02EE61D6-B687-8534-8CE0-34E04562D867}"/>
          </ac:spMkLst>
        </pc:spChg>
        <pc:spChg chg="add mod">
          <ac:chgData name="장현석" userId="8592f213-9b8b-47d9-b702-3d8a4a745257" providerId="ADAL" clId="{1B0FBFDA-7665-0447-87DA-AC1D6ABB8AD1}" dt="2025-04-10T00:47:08.022" v="2557"/>
          <ac:spMkLst>
            <pc:docMk/>
            <pc:sldMk cId="3151052977" sldId="295"/>
            <ac:spMk id="14" creationId="{B4B87AD4-818E-7803-84A6-3D41E591E217}"/>
          </ac:spMkLst>
        </pc:spChg>
        <pc:spChg chg="add mod">
          <ac:chgData name="장현석" userId="8592f213-9b8b-47d9-b702-3d8a4a745257" providerId="ADAL" clId="{1B0FBFDA-7665-0447-87DA-AC1D6ABB8AD1}" dt="2025-04-10T00:51:08.575" v="2857" actId="1037"/>
          <ac:spMkLst>
            <pc:docMk/>
            <pc:sldMk cId="3151052977" sldId="295"/>
            <ac:spMk id="15" creationId="{EC55D0DC-565F-B527-4C34-4CD60429E484}"/>
          </ac:spMkLst>
        </pc:spChg>
        <pc:spChg chg="add mod">
          <ac:chgData name="장현석" userId="8592f213-9b8b-47d9-b702-3d8a4a745257" providerId="ADAL" clId="{1B0FBFDA-7665-0447-87DA-AC1D6ABB8AD1}" dt="2025-04-10T00:51:08.575" v="2857" actId="1037"/>
          <ac:spMkLst>
            <pc:docMk/>
            <pc:sldMk cId="3151052977" sldId="295"/>
            <ac:spMk id="16" creationId="{28EA2887-E969-FB47-E2FC-57CD586D1C10}"/>
          </ac:spMkLst>
        </pc:spChg>
        <pc:spChg chg="add mod">
          <ac:chgData name="장현석" userId="8592f213-9b8b-47d9-b702-3d8a4a745257" providerId="ADAL" clId="{1B0FBFDA-7665-0447-87DA-AC1D6ABB8AD1}" dt="2025-04-10T00:51:08.575" v="2857" actId="1037"/>
          <ac:spMkLst>
            <pc:docMk/>
            <pc:sldMk cId="3151052977" sldId="295"/>
            <ac:spMk id="17" creationId="{36B70417-D82D-9F76-4267-1313F39B1157}"/>
          </ac:spMkLst>
        </pc:spChg>
        <pc:spChg chg="mod">
          <ac:chgData name="장현석" userId="8592f213-9b8b-47d9-b702-3d8a4a745257" providerId="ADAL" clId="{1B0FBFDA-7665-0447-87DA-AC1D6ABB8AD1}" dt="2025-04-10T01:15:27.297" v="3730" actId="113"/>
          <ac:spMkLst>
            <pc:docMk/>
            <pc:sldMk cId="3151052977" sldId="295"/>
            <ac:spMk id="20" creationId="{A67F4243-34DC-A03E-E3DF-95FF15BD6996}"/>
          </ac:spMkLst>
        </pc:spChg>
        <pc:spChg chg="mod">
          <ac:chgData name="장현석" userId="8592f213-9b8b-47d9-b702-3d8a4a745257" providerId="ADAL" clId="{1B0FBFDA-7665-0447-87DA-AC1D6ABB8AD1}" dt="2025-04-10T06:57:29.726" v="8022" actId="20577"/>
          <ac:spMkLst>
            <pc:docMk/>
            <pc:sldMk cId="3151052977" sldId="295"/>
            <ac:spMk id="24" creationId="{13C74373-3924-B711-5434-3717F234ACA6}"/>
          </ac:spMkLst>
        </pc:spChg>
        <pc:spChg chg="del">
          <ac:chgData name="장현석" userId="8592f213-9b8b-47d9-b702-3d8a4a745257" providerId="ADAL" clId="{1B0FBFDA-7665-0447-87DA-AC1D6ABB8AD1}" dt="2025-04-10T00:10:12.069" v="2532" actId="478"/>
          <ac:spMkLst>
            <pc:docMk/>
            <pc:sldMk cId="3151052977" sldId="295"/>
            <ac:spMk id="28" creationId="{78CD3988-4C0E-0A89-D960-425D14D3AB08}"/>
          </ac:spMkLst>
        </pc:spChg>
        <pc:spChg chg="del">
          <ac:chgData name="장현석" userId="8592f213-9b8b-47d9-b702-3d8a4a745257" providerId="ADAL" clId="{1B0FBFDA-7665-0447-87DA-AC1D6ABB8AD1}" dt="2025-04-10T00:10:14.689" v="2534" actId="478"/>
          <ac:spMkLst>
            <pc:docMk/>
            <pc:sldMk cId="3151052977" sldId="295"/>
            <ac:spMk id="32" creationId="{F4864BE0-0FB1-AE2C-635F-819124E9C1A8}"/>
          </ac:spMkLst>
        </pc:spChg>
        <pc:spChg chg="del">
          <ac:chgData name="장현석" userId="8592f213-9b8b-47d9-b702-3d8a4a745257" providerId="ADAL" clId="{1B0FBFDA-7665-0447-87DA-AC1D6ABB8AD1}" dt="2025-04-10T00:10:16.574" v="2535" actId="478"/>
          <ac:spMkLst>
            <pc:docMk/>
            <pc:sldMk cId="3151052977" sldId="295"/>
            <ac:spMk id="33" creationId="{012DD6E5-261B-6104-A2C4-FD11B93E72B4}"/>
          </ac:spMkLst>
        </pc:spChg>
        <pc:picChg chg="add mod">
          <ac:chgData name="장현석" userId="8592f213-9b8b-47d9-b702-3d8a4a745257" providerId="ADAL" clId="{1B0FBFDA-7665-0447-87DA-AC1D6ABB8AD1}" dt="2025-04-10T00:47:28.861" v="2562" actId="1076"/>
          <ac:picMkLst>
            <pc:docMk/>
            <pc:sldMk cId="3151052977" sldId="295"/>
            <ac:picMk id="7" creationId="{C01EF4FC-3DD3-1946-6E08-1CAA718B5571}"/>
          </ac:picMkLst>
        </pc:picChg>
        <pc:picChg chg="del">
          <ac:chgData name="장현석" userId="8592f213-9b8b-47d9-b702-3d8a4a745257" providerId="ADAL" clId="{1B0FBFDA-7665-0447-87DA-AC1D6ABB8AD1}" dt="2025-04-10T00:10:12.806" v="2533" actId="478"/>
          <ac:picMkLst>
            <pc:docMk/>
            <pc:sldMk cId="3151052977" sldId="295"/>
            <ac:picMk id="9" creationId="{DFFD0542-73DB-B3BD-735C-4E26C48CCED3}"/>
          </ac:picMkLst>
        </pc:picChg>
        <pc:picChg chg="add mod">
          <ac:chgData name="장현석" userId="8592f213-9b8b-47d9-b702-3d8a4a745257" providerId="ADAL" clId="{1B0FBFDA-7665-0447-87DA-AC1D6ABB8AD1}" dt="2025-04-10T00:47:33.941" v="2563" actId="1076"/>
          <ac:picMkLst>
            <pc:docMk/>
            <pc:sldMk cId="3151052977" sldId="295"/>
            <ac:picMk id="10" creationId="{E756C52E-45B7-4FD1-160A-6AA8DF5B1580}"/>
          </ac:picMkLst>
        </pc:picChg>
        <pc:picChg chg="add mod">
          <ac:chgData name="장현석" userId="8592f213-9b8b-47d9-b702-3d8a4a745257" providerId="ADAL" clId="{1B0FBFDA-7665-0447-87DA-AC1D6ABB8AD1}" dt="2025-04-10T00:47:36.376" v="2564" actId="1076"/>
          <ac:picMkLst>
            <pc:docMk/>
            <pc:sldMk cId="3151052977" sldId="295"/>
            <ac:picMk id="13" creationId="{2E7E6C2E-25C4-0169-5C04-94EBC2F3A7C0}"/>
          </ac:picMkLst>
        </pc:picChg>
        <pc:picChg chg="add mod">
          <ac:chgData name="장현석" userId="8592f213-9b8b-47d9-b702-3d8a4a745257" providerId="ADAL" clId="{1B0FBFDA-7665-0447-87DA-AC1D6ABB8AD1}" dt="2025-04-10T00:47:16.065" v="2560" actId="1036"/>
          <ac:picMkLst>
            <pc:docMk/>
            <pc:sldMk cId="3151052977" sldId="295"/>
            <ac:picMk id="1026" creationId="{13F96000-EE99-6EB1-2C5D-415BAF7A82B1}"/>
          </ac:picMkLst>
        </pc:picChg>
        <pc:picChg chg="del">
          <ac:chgData name="장현석" userId="8592f213-9b8b-47d9-b702-3d8a4a745257" providerId="ADAL" clId="{1B0FBFDA-7665-0447-87DA-AC1D6ABB8AD1}" dt="2025-04-10T00:10:10.542" v="2531" actId="478"/>
          <ac:picMkLst>
            <pc:docMk/>
            <pc:sldMk cId="3151052977" sldId="295"/>
            <ac:picMk id="3074" creationId="{19D0D3F3-DCC5-1F91-81EB-B54437B86F2B}"/>
          </ac:picMkLst>
        </pc:picChg>
      </pc:sldChg>
      <pc:sldChg chg="modSp del mod">
        <pc:chgData name="장현석" userId="8592f213-9b8b-47d9-b702-3d8a4a745257" providerId="ADAL" clId="{1B0FBFDA-7665-0447-87DA-AC1D6ABB8AD1}" dt="2025-04-09T16:18:02.641" v="1161" actId="2696"/>
        <pc:sldMkLst>
          <pc:docMk/>
          <pc:sldMk cId="1546770315" sldId="296"/>
        </pc:sldMkLst>
        <pc:spChg chg="mod">
          <ac:chgData name="장현석" userId="8592f213-9b8b-47d9-b702-3d8a4a745257" providerId="ADAL" clId="{1B0FBFDA-7665-0447-87DA-AC1D6ABB8AD1}" dt="2025-04-09T16:17:58.236" v="1160" actId="20577"/>
          <ac:spMkLst>
            <pc:docMk/>
            <pc:sldMk cId="1546770315" sldId="296"/>
            <ac:spMk id="31" creationId="{23B4BC19-0CCD-F5F6-AA80-44A7D8A55658}"/>
          </ac:spMkLst>
        </pc:spChg>
      </pc:sldChg>
      <pc:sldChg chg="addSp delSp modSp mod modNotesTx">
        <pc:chgData name="장현석" userId="8592f213-9b8b-47d9-b702-3d8a4a745257" providerId="ADAL" clId="{1B0FBFDA-7665-0447-87DA-AC1D6ABB8AD1}" dt="2025-04-10T08:49:03.890" v="17398" actId="20577"/>
        <pc:sldMkLst>
          <pc:docMk/>
          <pc:sldMk cId="1017738463" sldId="301"/>
        </pc:sldMkLst>
        <pc:spChg chg="mod">
          <ac:chgData name="장현석" userId="8592f213-9b8b-47d9-b702-3d8a4a745257" providerId="ADAL" clId="{1B0FBFDA-7665-0447-87DA-AC1D6ABB8AD1}" dt="2025-04-10T00:09:59.015" v="2511"/>
          <ac:spMkLst>
            <pc:docMk/>
            <pc:sldMk cId="1017738463" sldId="301"/>
            <ac:spMk id="3" creationId="{17FD6D83-B1C7-319C-54A2-D62139F15C3B}"/>
          </ac:spMkLst>
        </pc:spChg>
        <pc:spChg chg="mod">
          <ac:chgData name="장현석" userId="8592f213-9b8b-47d9-b702-3d8a4a745257" providerId="ADAL" clId="{1B0FBFDA-7665-0447-87DA-AC1D6ABB8AD1}" dt="2025-04-10T00:10:07.001" v="2530" actId="20577"/>
          <ac:spMkLst>
            <pc:docMk/>
            <pc:sldMk cId="1017738463" sldId="301"/>
            <ac:spMk id="6" creationId="{49A5E0B1-7C42-E03C-DBA9-483C85B71981}"/>
          </ac:spMkLst>
        </pc:spChg>
        <pc:spChg chg="del">
          <ac:chgData name="장현석" userId="8592f213-9b8b-47d9-b702-3d8a4a745257" providerId="ADAL" clId="{1B0FBFDA-7665-0447-87DA-AC1D6ABB8AD1}" dt="2025-04-10T00:10:26.440" v="2537" actId="478"/>
          <ac:spMkLst>
            <pc:docMk/>
            <pc:sldMk cId="1017738463" sldId="301"/>
            <ac:spMk id="12" creationId="{1981748E-EDFE-9760-6CAC-68BA9C398EFF}"/>
          </ac:spMkLst>
        </pc:spChg>
        <pc:spChg chg="del">
          <ac:chgData name="장현석" userId="8592f213-9b8b-47d9-b702-3d8a4a745257" providerId="ADAL" clId="{1B0FBFDA-7665-0447-87DA-AC1D6ABB8AD1}" dt="2025-04-10T00:10:21.393" v="2536" actId="478"/>
          <ac:spMkLst>
            <pc:docMk/>
            <pc:sldMk cId="1017738463" sldId="301"/>
            <ac:spMk id="13" creationId="{3BA05BB7-E6C9-E967-C6ED-155FAA2CEE62}"/>
          </ac:spMkLst>
        </pc:spChg>
        <pc:spChg chg="del">
          <ac:chgData name="장현석" userId="8592f213-9b8b-47d9-b702-3d8a4a745257" providerId="ADAL" clId="{1B0FBFDA-7665-0447-87DA-AC1D6ABB8AD1}" dt="2025-04-10T00:10:26.440" v="2537" actId="478"/>
          <ac:spMkLst>
            <pc:docMk/>
            <pc:sldMk cId="1017738463" sldId="301"/>
            <ac:spMk id="15" creationId="{3DCA409A-AADD-EBF2-0664-B1E8EDE0896B}"/>
          </ac:spMkLst>
        </pc:spChg>
        <pc:spChg chg="del">
          <ac:chgData name="장현석" userId="8592f213-9b8b-47d9-b702-3d8a4a745257" providerId="ADAL" clId="{1B0FBFDA-7665-0447-87DA-AC1D6ABB8AD1}" dt="2025-04-10T04:28:49.917" v="4886" actId="478"/>
          <ac:spMkLst>
            <pc:docMk/>
            <pc:sldMk cId="1017738463" sldId="301"/>
            <ac:spMk id="16" creationId="{ED47BF39-7262-F3CF-90BA-A743BB458673}"/>
          </ac:spMkLst>
        </pc:spChg>
        <pc:spChg chg="del topLvl">
          <ac:chgData name="장현석" userId="8592f213-9b8b-47d9-b702-3d8a4a745257" providerId="ADAL" clId="{1B0FBFDA-7665-0447-87DA-AC1D6ABB8AD1}" dt="2025-04-10T04:26:39.866" v="4667" actId="478"/>
          <ac:spMkLst>
            <pc:docMk/>
            <pc:sldMk cId="1017738463" sldId="301"/>
            <ac:spMk id="20" creationId="{75DE97BC-85A2-5FD0-9160-CAFC2C30F886}"/>
          </ac:spMkLst>
        </pc:spChg>
        <pc:spChg chg="mod topLvl">
          <ac:chgData name="장현석" userId="8592f213-9b8b-47d9-b702-3d8a4a745257" providerId="ADAL" clId="{1B0FBFDA-7665-0447-87DA-AC1D6ABB8AD1}" dt="2025-04-10T08:13:42.903" v="13325" actId="20577"/>
          <ac:spMkLst>
            <pc:docMk/>
            <pc:sldMk cId="1017738463" sldId="301"/>
            <ac:spMk id="24" creationId="{E4D38B9E-AC64-F7DB-997E-B75F9AEE52AF}"/>
          </ac:spMkLst>
        </pc:spChg>
        <pc:grpChg chg="del">
          <ac:chgData name="장현석" userId="8592f213-9b8b-47d9-b702-3d8a4a745257" providerId="ADAL" clId="{1B0FBFDA-7665-0447-87DA-AC1D6ABB8AD1}" dt="2025-04-10T04:26:39.866" v="4667" actId="478"/>
          <ac:grpSpMkLst>
            <pc:docMk/>
            <pc:sldMk cId="1017738463" sldId="301"/>
            <ac:grpSpMk id="23" creationId="{C3F816CC-CE5C-4959-49BB-454DAA6A805F}"/>
          </ac:grpSpMkLst>
        </pc:grpChg>
        <pc:picChg chg="del">
          <ac:chgData name="장현석" userId="8592f213-9b8b-47d9-b702-3d8a4a745257" providerId="ADAL" clId="{1B0FBFDA-7665-0447-87DA-AC1D6ABB8AD1}" dt="2025-04-10T00:10:26.440" v="2537" actId="478"/>
          <ac:picMkLst>
            <pc:docMk/>
            <pc:sldMk cId="1017738463" sldId="301"/>
            <ac:picMk id="4" creationId="{99774CC6-CB83-9FC7-93B9-EC591E936A14}"/>
          </ac:picMkLst>
        </pc:picChg>
        <pc:picChg chg="del">
          <ac:chgData name="장현석" userId="8592f213-9b8b-47d9-b702-3d8a4a745257" providerId="ADAL" clId="{1B0FBFDA-7665-0447-87DA-AC1D6ABB8AD1}" dt="2025-04-10T00:10:26.440" v="2537" actId="478"/>
          <ac:picMkLst>
            <pc:docMk/>
            <pc:sldMk cId="1017738463" sldId="301"/>
            <ac:picMk id="8" creationId="{B0188E35-151E-2B47-C9AF-A43B1D3E4348}"/>
          </ac:picMkLst>
        </pc:picChg>
        <pc:picChg chg="add del mod">
          <ac:chgData name="장현석" userId="8592f213-9b8b-47d9-b702-3d8a4a745257" providerId="ADAL" clId="{1B0FBFDA-7665-0447-87DA-AC1D6ABB8AD1}" dt="2025-04-10T04:11:34.725" v="3760" actId="478"/>
          <ac:picMkLst>
            <pc:docMk/>
            <pc:sldMk cId="1017738463" sldId="301"/>
            <ac:picMk id="9" creationId="{F869561D-CF6C-F3D1-733C-95507E57CB62}"/>
          </ac:picMkLst>
        </pc:picChg>
        <pc:picChg chg="del">
          <ac:chgData name="장현석" userId="8592f213-9b8b-47d9-b702-3d8a4a745257" providerId="ADAL" clId="{1B0FBFDA-7665-0447-87DA-AC1D6ABB8AD1}" dt="2025-04-10T04:18:01.433" v="4247" actId="478"/>
          <ac:picMkLst>
            <pc:docMk/>
            <pc:sldMk cId="1017738463" sldId="301"/>
            <ac:picMk id="10" creationId="{5ADCCCF8-0FF4-2B93-87F7-7BE938AC8EF5}"/>
          </ac:picMkLst>
        </pc:picChg>
        <pc:picChg chg="del">
          <ac:chgData name="장현석" userId="8592f213-9b8b-47d9-b702-3d8a4a745257" providerId="ADAL" clId="{1B0FBFDA-7665-0447-87DA-AC1D6ABB8AD1}" dt="2025-04-10T00:10:26.440" v="2537" actId="478"/>
          <ac:picMkLst>
            <pc:docMk/>
            <pc:sldMk cId="1017738463" sldId="301"/>
            <ac:picMk id="14" creationId="{7AC25B91-916B-8A23-03FD-8950BA450B17}"/>
          </ac:picMkLst>
        </pc:picChg>
        <pc:picChg chg="add del mod">
          <ac:chgData name="장현석" userId="8592f213-9b8b-47d9-b702-3d8a4a745257" providerId="ADAL" clId="{1B0FBFDA-7665-0447-87DA-AC1D6ABB8AD1}" dt="2025-04-10T04:11:33.857" v="3759" actId="478"/>
          <ac:picMkLst>
            <pc:docMk/>
            <pc:sldMk cId="1017738463" sldId="301"/>
            <ac:picMk id="18" creationId="{E217C743-37F3-89B9-E703-206C0B7C773D}"/>
          </ac:picMkLst>
        </pc:picChg>
        <pc:picChg chg="add del mod">
          <ac:chgData name="장현석" userId="8592f213-9b8b-47d9-b702-3d8a4a745257" providerId="ADAL" clId="{1B0FBFDA-7665-0447-87DA-AC1D6ABB8AD1}" dt="2025-04-10T04:11:32.798" v="3758" actId="478"/>
          <ac:picMkLst>
            <pc:docMk/>
            <pc:sldMk cId="1017738463" sldId="301"/>
            <ac:picMk id="22" creationId="{C6FDF3AB-454A-F259-5DF0-D8CA2FAFB7CC}"/>
          </ac:picMkLst>
        </pc:picChg>
        <pc:picChg chg="add mod">
          <ac:chgData name="장현석" userId="8592f213-9b8b-47d9-b702-3d8a4a745257" providerId="ADAL" clId="{1B0FBFDA-7665-0447-87DA-AC1D6ABB8AD1}" dt="2025-04-10T04:11:43.825" v="3763" actId="1076"/>
          <ac:picMkLst>
            <pc:docMk/>
            <pc:sldMk cId="1017738463" sldId="301"/>
            <ac:picMk id="26" creationId="{424E5134-624B-065A-4D40-9F5903A77463}"/>
          </ac:picMkLst>
        </pc:picChg>
      </pc:sldChg>
      <pc:sldChg chg="modSp modNotesTx">
        <pc:chgData name="장현석" userId="8592f213-9b8b-47d9-b702-3d8a4a745257" providerId="ADAL" clId="{1B0FBFDA-7665-0447-87DA-AC1D6ABB8AD1}" dt="2025-04-10T08:26:01.283" v="14233" actId="20577"/>
        <pc:sldMkLst>
          <pc:docMk/>
          <pc:sldMk cId="1860167159" sldId="307"/>
        </pc:sldMkLst>
        <pc:spChg chg="mod">
          <ac:chgData name="장현석" userId="8592f213-9b8b-47d9-b702-3d8a4a745257" providerId="ADAL" clId="{1B0FBFDA-7665-0447-87DA-AC1D6ABB8AD1}" dt="2025-04-10T08:24:26.310" v="14214" actId="20577"/>
          <ac:spMkLst>
            <pc:docMk/>
            <pc:sldMk cId="1860167159" sldId="307"/>
            <ac:spMk id="7" creationId="{8E67AA51-6507-5071-171F-1F096D08B2FE}"/>
          </ac:spMkLst>
        </pc:spChg>
      </pc:sldChg>
      <pc:sldChg chg="modSp modNotesTx">
        <pc:chgData name="장현석" userId="8592f213-9b8b-47d9-b702-3d8a4a745257" providerId="ADAL" clId="{1B0FBFDA-7665-0447-87DA-AC1D6ABB8AD1}" dt="2025-04-10T08:32:58.785" v="14518" actId="20577"/>
        <pc:sldMkLst>
          <pc:docMk/>
          <pc:sldMk cId="4288857630" sldId="308"/>
        </pc:sldMkLst>
        <pc:spChg chg="mod">
          <ac:chgData name="장현석" userId="8592f213-9b8b-47d9-b702-3d8a4a745257" providerId="ADAL" clId="{1B0FBFDA-7665-0447-87DA-AC1D6ABB8AD1}" dt="2025-04-10T08:32:58.785" v="14518" actId="20577"/>
          <ac:spMkLst>
            <pc:docMk/>
            <pc:sldMk cId="4288857630" sldId="308"/>
            <ac:spMk id="7" creationId="{E6D24ECB-DA61-3220-BE08-0DC227E713C2}"/>
          </ac:spMkLst>
        </pc:spChg>
      </pc:sldChg>
      <pc:sldChg chg="modNotesTx">
        <pc:chgData name="장현석" userId="8592f213-9b8b-47d9-b702-3d8a4a745257" providerId="ADAL" clId="{1B0FBFDA-7665-0447-87DA-AC1D6ABB8AD1}" dt="2025-04-10T08:49:53.242" v="17413" actId="20577"/>
        <pc:sldMkLst>
          <pc:docMk/>
          <pc:sldMk cId="3777333946" sldId="309"/>
        </pc:sldMkLst>
      </pc:sldChg>
      <pc:sldChg chg="addSp delSp modSp mod modNotesTx">
        <pc:chgData name="장현석" userId="8592f213-9b8b-47d9-b702-3d8a4a745257" providerId="ADAL" clId="{1B0FBFDA-7665-0447-87DA-AC1D6ABB8AD1}" dt="2025-04-10T08:48:10.809" v="17377" actId="20577"/>
        <pc:sldMkLst>
          <pc:docMk/>
          <pc:sldMk cId="925155372" sldId="310"/>
        </pc:sldMkLst>
        <pc:spChg chg="mod">
          <ac:chgData name="장현석" userId="8592f213-9b8b-47d9-b702-3d8a4a745257" providerId="ADAL" clId="{1B0FBFDA-7665-0447-87DA-AC1D6ABB8AD1}" dt="2025-04-09T15:05:08.975" v="883" actId="947"/>
          <ac:spMkLst>
            <pc:docMk/>
            <pc:sldMk cId="925155372" sldId="310"/>
            <ac:spMk id="3" creationId="{B2E54676-AFB6-2792-D65A-E3F9ADD1B320}"/>
          </ac:spMkLst>
        </pc:spChg>
        <pc:spChg chg="del mod">
          <ac:chgData name="장현석" userId="8592f213-9b8b-47d9-b702-3d8a4a745257" providerId="ADAL" clId="{1B0FBFDA-7665-0447-87DA-AC1D6ABB8AD1}" dt="2025-04-09T23:43:37.663" v="1378" actId="478"/>
          <ac:spMkLst>
            <pc:docMk/>
            <pc:sldMk cId="925155372" sldId="310"/>
            <ac:spMk id="4" creationId="{3F2C03E6-C398-7FFF-E94C-70D87A7227E8}"/>
          </ac:spMkLst>
        </pc:spChg>
        <pc:spChg chg="mod">
          <ac:chgData name="장현석" userId="8592f213-9b8b-47d9-b702-3d8a4a745257" providerId="ADAL" clId="{1B0FBFDA-7665-0447-87DA-AC1D6ABB8AD1}" dt="2025-04-09T23:48:04.187" v="1650" actId="20577"/>
          <ac:spMkLst>
            <pc:docMk/>
            <pc:sldMk cId="925155372" sldId="310"/>
            <ac:spMk id="6" creationId="{69296A5E-D2AB-554D-CF9C-3DDCC9C77449}"/>
          </ac:spMkLst>
        </pc:spChg>
        <pc:spChg chg="del">
          <ac:chgData name="장현석" userId="8592f213-9b8b-47d9-b702-3d8a4a745257" providerId="ADAL" clId="{1B0FBFDA-7665-0447-87DA-AC1D6ABB8AD1}" dt="2025-04-09T15:55:42.342" v="910" actId="478"/>
          <ac:spMkLst>
            <pc:docMk/>
            <pc:sldMk cId="925155372" sldId="310"/>
            <ac:spMk id="8" creationId="{DE242726-4BBE-A35B-9EF6-1C6B115F7A4F}"/>
          </ac:spMkLst>
        </pc:spChg>
        <pc:spChg chg="add mod">
          <ac:chgData name="장현석" userId="8592f213-9b8b-47d9-b702-3d8a4a745257" providerId="ADAL" clId="{1B0FBFDA-7665-0447-87DA-AC1D6ABB8AD1}" dt="2025-04-10T00:09:44.502" v="2507" actId="1076"/>
          <ac:spMkLst>
            <pc:docMk/>
            <pc:sldMk cId="925155372" sldId="310"/>
            <ac:spMk id="15" creationId="{74823359-4B63-ACB9-3C84-B3DBFF1C0EB3}"/>
          </ac:spMkLst>
        </pc:spChg>
        <pc:spChg chg="add mod">
          <ac:chgData name="장현석" userId="8592f213-9b8b-47d9-b702-3d8a4a745257" providerId="ADAL" clId="{1B0FBFDA-7665-0447-87DA-AC1D6ABB8AD1}" dt="2025-04-10T00:07:40.002" v="2433" actId="1582"/>
          <ac:spMkLst>
            <pc:docMk/>
            <pc:sldMk cId="925155372" sldId="310"/>
            <ac:spMk id="16" creationId="{99D0D01C-9BE6-3E5C-DEBF-1C4F26D51C84}"/>
          </ac:spMkLst>
        </pc:spChg>
        <pc:spChg chg="add mod">
          <ac:chgData name="장현석" userId="8592f213-9b8b-47d9-b702-3d8a4a745257" providerId="ADAL" clId="{1B0FBFDA-7665-0447-87DA-AC1D6ABB8AD1}" dt="2025-04-10T00:07:44.164" v="2435" actId="1076"/>
          <ac:spMkLst>
            <pc:docMk/>
            <pc:sldMk cId="925155372" sldId="310"/>
            <ac:spMk id="17" creationId="{7F03CDFD-2150-A9EF-43E1-D82099EAFF05}"/>
          </ac:spMkLst>
        </pc:spChg>
        <pc:spChg chg="add mod">
          <ac:chgData name="장현석" userId="8592f213-9b8b-47d9-b702-3d8a4a745257" providerId="ADAL" clId="{1B0FBFDA-7665-0447-87DA-AC1D6ABB8AD1}" dt="2025-04-10T00:47:06.653" v="2556"/>
          <ac:spMkLst>
            <pc:docMk/>
            <pc:sldMk cId="925155372" sldId="310"/>
            <ac:spMk id="18" creationId="{175B2689-B043-5B9B-2616-2448B2FD80EA}"/>
          </ac:spMkLst>
        </pc:spChg>
        <pc:spChg chg="del">
          <ac:chgData name="장현석" userId="8592f213-9b8b-47d9-b702-3d8a4a745257" providerId="ADAL" clId="{1B0FBFDA-7665-0447-87DA-AC1D6ABB8AD1}" dt="2025-04-09T16:17:50.315" v="1158" actId="478"/>
          <ac:spMkLst>
            <pc:docMk/>
            <pc:sldMk cId="925155372" sldId="310"/>
            <ac:spMk id="20" creationId="{748D3353-C813-B811-7B9D-81C4418B0915}"/>
          </ac:spMkLst>
        </pc:spChg>
        <pc:spChg chg="mod">
          <ac:chgData name="장현석" userId="8592f213-9b8b-47d9-b702-3d8a4a745257" providerId="ADAL" clId="{1B0FBFDA-7665-0447-87DA-AC1D6ABB8AD1}" dt="2025-04-10T00:09:39.664" v="2506" actId="20577"/>
          <ac:spMkLst>
            <pc:docMk/>
            <pc:sldMk cId="925155372" sldId="310"/>
            <ac:spMk id="24" creationId="{CF42F21F-A371-D63F-72E3-F74AB8EB50E6}"/>
          </ac:spMkLst>
        </pc:spChg>
        <pc:picChg chg="add del mod">
          <ac:chgData name="장현석" userId="8592f213-9b8b-47d9-b702-3d8a4a745257" providerId="ADAL" clId="{1B0FBFDA-7665-0447-87DA-AC1D6ABB8AD1}" dt="2025-04-09T16:05:01.944" v="942" actId="478"/>
          <ac:picMkLst>
            <pc:docMk/>
            <pc:sldMk cId="925155372" sldId="310"/>
            <ac:picMk id="9" creationId="{677B1FA9-EF11-EB1B-9F7C-362DB50928A5}"/>
          </ac:picMkLst>
        </pc:picChg>
        <pc:picChg chg="add mod">
          <ac:chgData name="장현석" userId="8592f213-9b8b-47d9-b702-3d8a4a745257" providerId="ADAL" clId="{1B0FBFDA-7665-0447-87DA-AC1D6ABB8AD1}" dt="2025-04-09T16:05:08.365" v="947" actId="14100"/>
          <ac:picMkLst>
            <pc:docMk/>
            <pc:sldMk cId="925155372" sldId="310"/>
            <ac:picMk id="12" creationId="{9A3D1640-64EC-BD0B-1CAE-FDF8354E1757}"/>
          </ac:picMkLst>
        </pc:picChg>
        <pc:picChg chg="add mod">
          <ac:chgData name="장현석" userId="8592f213-9b8b-47d9-b702-3d8a4a745257" providerId="ADAL" clId="{1B0FBFDA-7665-0447-87DA-AC1D6ABB8AD1}" dt="2025-04-09T16:06:08.243" v="995" actId="1036"/>
          <ac:picMkLst>
            <pc:docMk/>
            <pc:sldMk cId="925155372" sldId="310"/>
            <ac:picMk id="14" creationId="{F90C5A57-68DD-6374-EA03-FFFEC1012F65}"/>
          </ac:picMkLst>
        </pc:picChg>
        <pc:picChg chg="del">
          <ac:chgData name="장현석" userId="8592f213-9b8b-47d9-b702-3d8a4a745257" providerId="ADAL" clId="{1B0FBFDA-7665-0447-87DA-AC1D6ABB8AD1}" dt="2025-04-09T15:05:50.986" v="903" actId="478"/>
          <ac:picMkLst>
            <pc:docMk/>
            <pc:sldMk cId="925155372" sldId="310"/>
            <ac:picMk id="22" creationId="{F29A5EA9-F6C0-5B26-CE66-E94D79121B78}"/>
          </ac:picMkLst>
        </pc:picChg>
      </pc:sldChg>
    </pc:docChg>
  </pc:docChgLst>
  <pc:docChgLst>
    <pc:chgData name="게스트 사용자" userId="S::urn:spo:anon#18b53fbe2b4d0212c0d796c289517aab1d2599b013e1b7ac3a25d168c2d4b9a1::" providerId="AD" clId="Web-{35D49E3C-4D8A-C87C-A446-EC6ACBA726C0}"/>
    <pc:docChg chg="modSld">
      <pc:chgData name="게스트 사용자" userId="S::urn:spo:anon#18b53fbe2b4d0212c0d796c289517aab1d2599b013e1b7ac3a25d168c2d4b9a1::" providerId="AD" clId="Web-{35D49E3C-4D8A-C87C-A446-EC6ACBA726C0}" dt="2025-04-09T04:29:22.156" v="15" actId="20577"/>
      <pc:docMkLst>
        <pc:docMk/>
      </pc:docMkLst>
      <pc:sldChg chg="modSp">
        <pc:chgData name="게스트 사용자" userId="S::urn:spo:anon#18b53fbe2b4d0212c0d796c289517aab1d2599b013e1b7ac3a25d168c2d4b9a1::" providerId="AD" clId="Web-{35D49E3C-4D8A-C87C-A446-EC6ACBA726C0}" dt="2025-04-09T04:29:22.156" v="15" actId="20577"/>
        <pc:sldMkLst>
          <pc:docMk/>
          <pc:sldMk cId="0" sldId="256"/>
        </pc:sldMkLst>
        <pc:spChg chg="mod">
          <ac:chgData name="게스트 사용자" userId="S::urn:spo:anon#18b53fbe2b4d0212c0d796c289517aab1d2599b013e1b7ac3a25d168c2d4b9a1::" providerId="AD" clId="Web-{35D49E3C-4D8A-C87C-A446-EC6ACBA726C0}" dt="2025-04-09T04:29:22.156" v="15" actId="20577"/>
          <ac:spMkLst>
            <pc:docMk/>
            <pc:sldMk cId="0" sldId="256"/>
            <ac:spMk id="4" creationId="{CA271D82-D989-9E85-6AAC-1E61129B53FA}"/>
          </ac:spMkLst>
        </pc:spChg>
      </pc:sldChg>
    </pc:docChg>
  </pc:docChgLst>
  <pc:docChgLst>
    <pc:chgData name="정민성" userId="21e476b9-b39c-4fd0-afba-2b695dacaa98" providerId="ADAL" clId="{B63F331B-1945-4EF7-ACFA-9167B2522CE1}"/>
    <pc:docChg chg="undo custSel delSld modSld">
      <pc:chgData name="정민성" userId="21e476b9-b39c-4fd0-afba-2b695dacaa98" providerId="ADAL" clId="{B63F331B-1945-4EF7-ACFA-9167B2522CE1}" dt="2025-04-09T10:56:35.360" v="218" actId="14100"/>
      <pc:docMkLst>
        <pc:docMk/>
      </pc:docMkLst>
      <pc:sldChg chg="modSp mod">
        <pc:chgData name="정민성" userId="21e476b9-b39c-4fd0-afba-2b695dacaa98" providerId="ADAL" clId="{B63F331B-1945-4EF7-ACFA-9167B2522CE1}" dt="2025-04-09T10:54:33.938" v="117" actId="20577"/>
        <pc:sldMkLst>
          <pc:docMk/>
          <pc:sldMk cId="0" sldId="256"/>
        </pc:sldMkLst>
        <pc:spChg chg="mod">
          <ac:chgData name="정민성" userId="21e476b9-b39c-4fd0-afba-2b695dacaa98" providerId="ADAL" clId="{B63F331B-1945-4EF7-ACFA-9167B2522CE1}" dt="2025-04-09T10:54:33.938" v="117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정민성" userId="21e476b9-b39c-4fd0-afba-2b695dacaa98" providerId="ADAL" clId="{B63F331B-1945-4EF7-ACFA-9167B2522CE1}" dt="2025-04-09T10:56:35.360" v="218" actId="14100"/>
        <pc:sldMkLst>
          <pc:docMk/>
          <pc:sldMk cId="0" sldId="257"/>
        </pc:sldMkLst>
        <pc:spChg chg="mod">
          <ac:chgData name="정민성" userId="21e476b9-b39c-4fd0-afba-2b695dacaa98" providerId="ADAL" clId="{B63F331B-1945-4EF7-ACFA-9167B2522CE1}" dt="2025-04-09T10:56:19.667" v="215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정민성" userId="21e476b9-b39c-4fd0-afba-2b695dacaa98" providerId="ADAL" clId="{B63F331B-1945-4EF7-ACFA-9167B2522CE1}" dt="2025-04-09T10:56:35.360" v="218" actId="14100"/>
          <ac:spMkLst>
            <pc:docMk/>
            <pc:sldMk cId="0" sldId="257"/>
            <ac:spMk id="21" creationId="{00000000-0000-0000-0000-000000000000}"/>
          </ac:spMkLst>
        </pc:spChg>
        <pc:spChg chg="mod">
          <ac:chgData name="정민성" userId="21e476b9-b39c-4fd0-afba-2b695dacaa98" providerId="ADAL" clId="{B63F331B-1945-4EF7-ACFA-9167B2522CE1}" dt="2025-04-09T10:56:31.087" v="217" actId="14100"/>
          <ac:spMkLst>
            <pc:docMk/>
            <pc:sldMk cId="0" sldId="257"/>
            <ac:spMk id="31" creationId="{4BE3012E-3CE6-D6A6-1094-1DB6E592F7DB}"/>
          </ac:spMkLst>
        </pc:spChg>
      </pc:sldChg>
      <pc:sldChg chg="del">
        <pc:chgData name="정민성" userId="21e476b9-b39c-4fd0-afba-2b695dacaa98" providerId="ADAL" clId="{B63F331B-1945-4EF7-ACFA-9167B2522CE1}" dt="2025-04-09T10:47:27.858" v="4" actId="47"/>
        <pc:sldMkLst>
          <pc:docMk/>
          <pc:sldMk cId="11996634" sldId="299"/>
        </pc:sldMkLst>
      </pc:sldChg>
      <pc:sldChg chg="del">
        <pc:chgData name="정민성" userId="21e476b9-b39c-4fd0-afba-2b695dacaa98" providerId="ADAL" clId="{B63F331B-1945-4EF7-ACFA-9167B2522CE1}" dt="2025-04-09T10:47:25.652" v="3" actId="47"/>
        <pc:sldMkLst>
          <pc:docMk/>
          <pc:sldMk cId="785734181" sldId="300"/>
        </pc:sldMkLst>
      </pc:sldChg>
      <pc:sldChg chg="del">
        <pc:chgData name="정민성" userId="21e476b9-b39c-4fd0-afba-2b695dacaa98" providerId="ADAL" clId="{B63F331B-1945-4EF7-ACFA-9167B2522CE1}" dt="2025-04-09T10:47:21.297" v="0" actId="47"/>
        <pc:sldMkLst>
          <pc:docMk/>
          <pc:sldMk cId="3806027331" sldId="302"/>
        </pc:sldMkLst>
      </pc:sldChg>
      <pc:sldChg chg="del">
        <pc:chgData name="정민성" userId="21e476b9-b39c-4fd0-afba-2b695dacaa98" providerId="ADAL" clId="{B63F331B-1945-4EF7-ACFA-9167B2522CE1}" dt="2025-04-09T10:47:22.073" v="1" actId="47"/>
        <pc:sldMkLst>
          <pc:docMk/>
          <pc:sldMk cId="3404767714" sldId="304"/>
        </pc:sldMkLst>
      </pc:sldChg>
      <pc:sldChg chg="del">
        <pc:chgData name="정민성" userId="21e476b9-b39c-4fd0-afba-2b695dacaa98" providerId="ADAL" clId="{B63F331B-1945-4EF7-ACFA-9167B2522CE1}" dt="2025-04-09T10:47:23.100" v="2" actId="47"/>
        <pc:sldMkLst>
          <pc:docMk/>
          <pc:sldMk cId="3228357781" sldId="305"/>
        </pc:sldMkLst>
      </pc:sldChg>
      <pc:sldChg chg="modSp mod">
        <pc:chgData name="정민성" userId="21e476b9-b39c-4fd0-afba-2b695dacaa98" providerId="ADAL" clId="{B63F331B-1945-4EF7-ACFA-9167B2522CE1}" dt="2025-04-09T10:55:30.431" v="144"/>
        <pc:sldMkLst>
          <pc:docMk/>
          <pc:sldMk cId="1860167159" sldId="307"/>
        </pc:sldMkLst>
        <pc:spChg chg="mod">
          <ac:chgData name="정민성" userId="21e476b9-b39c-4fd0-afba-2b695dacaa98" providerId="ADAL" clId="{B63F331B-1945-4EF7-ACFA-9167B2522CE1}" dt="2025-04-09T10:55:30.431" v="144"/>
          <ac:spMkLst>
            <pc:docMk/>
            <pc:sldMk cId="1860167159" sldId="307"/>
            <ac:spMk id="3" creationId="{92D0C434-D548-39BB-E419-BF391A90D3BC}"/>
          </ac:spMkLst>
        </pc:spChg>
        <pc:spChg chg="mod">
          <ac:chgData name="정민성" userId="21e476b9-b39c-4fd0-afba-2b695dacaa98" providerId="ADAL" clId="{B63F331B-1945-4EF7-ACFA-9167B2522CE1}" dt="2025-04-09T10:55:23.031" v="143" actId="20577"/>
          <ac:spMkLst>
            <pc:docMk/>
            <pc:sldMk cId="1860167159" sldId="307"/>
            <ac:spMk id="26" creationId="{02173791-88A0-8259-D779-CCAF35648D6E}"/>
          </ac:spMkLst>
        </pc:spChg>
      </pc:sldChg>
      <pc:sldChg chg="modSp mod">
        <pc:chgData name="정민성" userId="21e476b9-b39c-4fd0-afba-2b695dacaa98" providerId="ADAL" clId="{B63F331B-1945-4EF7-ACFA-9167B2522CE1}" dt="2025-04-09T10:55:09.885" v="126" actId="20577"/>
        <pc:sldMkLst>
          <pc:docMk/>
          <pc:sldMk cId="4288857630" sldId="308"/>
        </pc:sldMkLst>
        <pc:spChg chg="mod">
          <ac:chgData name="정민성" userId="21e476b9-b39c-4fd0-afba-2b695dacaa98" providerId="ADAL" clId="{B63F331B-1945-4EF7-ACFA-9167B2522CE1}" dt="2025-04-09T10:55:09.885" v="126" actId="20577"/>
          <ac:spMkLst>
            <pc:docMk/>
            <pc:sldMk cId="4288857630" sldId="308"/>
            <ac:spMk id="3" creationId="{6D40E7D4-601C-C97D-D387-CBDC6E7F04BC}"/>
          </ac:spMkLst>
        </pc:spChg>
        <pc:spChg chg="mod">
          <ac:chgData name="정민성" userId="21e476b9-b39c-4fd0-afba-2b695dacaa98" providerId="ADAL" clId="{B63F331B-1945-4EF7-ACFA-9167B2522CE1}" dt="2025-04-09T10:54:52.517" v="119" actId="20577"/>
          <ac:spMkLst>
            <pc:docMk/>
            <pc:sldMk cId="4288857630" sldId="308"/>
            <ac:spMk id="21" creationId="{B20BC683-7285-F4CA-4C03-5AA1D3089AC1}"/>
          </ac:spMkLst>
        </pc:spChg>
      </pc:sldChg>
      <pc:sldChg chg="addSp delSp modSp mod">
        <pc:chgData name="정민성" userId="21e476b9-b39c-4fd0-afba-2b695dacaa98" providerId="ADAL" clId="{B63F331B-1945-4EF7-ACFA-9167B2522CE1}" dt="2025-04-09T10:55:03.185" v="125" actId="20577"/>
        <pc:sldMkLst>
          <pc:docMk/>
          <pc:sldMk cId="3777333946" sldId="309"/>
        </pc:sldMkLst>
        <pc:spChg chg="del">
          <ac:chgData name="정민성" userId="21e476b9-b39c-4fd0-afba-2b695dacaa98" providerId="ADAL" clId="{B63F331B-1945-4EF7-ACFA-9167B2522CE1}" dt="2025-04-09T10:48:22.453" v="14" actId="478"/>
          <ac:spMkLst>
            <pc:docMk/>
            <pc:sldMk cId="3777333946" sldId="309"/>
            <ac:spMk id="2" creationId="{465C26A2-F521-C2E5-2288-4D07FB61078F}"/>
          </ac:spMkLst>
        </pc:spChg>
        <pc:spChg chg="mod">
          <ac:chgData name="정민성" userId="21e476b9-b39c-4fd0-afba-2b695dacaa98" providerId="ADAL" clId="{B63F331B-1945-4EF7-ACFA-9167B2522CE1}" dt="2025-04-09T10:55:02.025" v="124" actId="20577"/>
          <ac:spMkLst>
            <pc:docMk/>
            <pc:sldMk cId="3777333946" sldId="309"/>
            <ac:spMk id="3" creationId="{977D5617-BB7E-7F77-8B15-045A00963A7C}"/>
          </ac:spMkLst>
        </pc:spChg>
        <pc:spChg chg="mod">
          <ac:chgData name="정민성" userId="21e476b9-b39c-4fd0-afba-2b695dacaa98" providerId="ADAL" clId="{B63F331B-1945-4EF7-ACFA-9167B2522CE1}" dt="2025-04-09T10:55:03.185" v="125" actId="20577"/>
          <ac:spMkLst>
            <pc:docMk/>
            <pc:sldMk cId="3777333946" sldId="309"/>
            <ac:spMk id="5" creationId="{9C0529BE-505D-9F57-E1EB-C22E8CC670E7}"/>
          </ac:spMkLst>
        </pc:spChg>
        <pc:spChg chg="add del mod">
          <ac:chgData name="정민성" userId="21e476b9-b39c-4fd0-afba-2b695dacaa98" providerId="ADAL" clId="{B63F331B-1945-4EF7-ACFA-9167B2522CE1}" dt="2025-04-09T10:51:00.213" v="46" actId="478"/>
          <ac:spMkLst>
            <pc:docMk/>
            <pc:sldMk cId="3777333946" sldId="309"/>
            <ac:spMk id="7" creationId="{72699EC2-C55F-7E30-756F-9A0A0FA05044}"/>
          </ac:spMkLst>
        </pc:spChg>
        <pc:spChg chg="mod">
          <ac:chgData name="정민성" userId="21e476b9-b39c-4fd0-afba-2b695dacaa98" providerId="ADAL" clId="{B63F331B-1945-4EF7-ACFA-9167B2522CE1}" dt="2025-04-09T10:48:16.425" v="13" actId="2710"/>
          <ac:spMkLst>
            <pc:docMk/>
            <pc:sldMk cId="3777333946" sldId="309"/>
            <ac:spMk id="8" creationId="{DE82B66D-BC9C-20BE-A09A-4743B62ED361}"/>
          </ac:spMkLst>
        </pc:spChg>
        <pc:spChg chg="mod">
          <ac:chgData name="정민성" userId="21e476b9-b39c-4fd0-afba-2b695dacaa98" providerId="ADAL" clId="{B63F331B-1945-4EF7-ACFA-9167B2522CE1}" dt="2025-04-09T10:47:53.518" v="11" actId="20577"/>
          <ac:spMkLst>
            <pc:docMk/>
            <pc:sldMk cId="3777333946" sldId="309"/>
            <ac:spMk id="10" creationId="{18F091C5-D221-0F4D-6CB7-B7510432B268}"/>
          </ac:spMkLst>
        </pc:spChg>
        <pc:spChg chg="del mod ord">
          <ac:chgData name="정민성" userId="21e476b9-b39c-4fd0-afba-2b695dacaa98" providerId="ADAL" clId="{B63F331B-1945-4EF7-ACFA-9167B2522CE1}" dt="2025-04-09T10:50:54.774" v="45" actId="478"/>
          <ac:spMkLst>
            <pc:docMk/>
            <pc:sldMk cId="3777333946" sldId="309"/>
            <ac:spMk id="11" creationId="{6A6E54EE-9D41-9242-143D-7F391DA23059}"/>
          </ac:spMkLst>
        </pc:spChg>
        <pc:spChg chg="mod">
          <ac:chgData name="정민성" userId="21e476b9-b39c-4fd0-afba-2b695dacaa98" providerId="ADAL" clId="{B63F331B-1945-4EF7-ACFA-9167B2522CE1}" dt="2025-04-09T10:54:57.247" v="121" actId="20577"/>
          <ac:spMkLst>
            <pc:docMk/>
            <pc:sldMk cId="3777333946" sldId="309"/>
            <ac:spMk id="21" creationId="{6E5FFB93-DCF3-3AC9-DA9F-0D95A26BD4FD}"/>
          </ac:spMkLst>
        </pc:spChg>
        <pc:picChg chg="mod">
          <ac:chgData name="정민성" userId="21e476b9-b39c-4fd0-afba-2b695dacaa98" providerId="ADAL" clId="{B63F331B-1945-4EF7-ACFA-9167B2522CE1}" dt="2025-04-09T10:48:43.579" v="20" actId="1076"/>
          <ac:picMkLst>
            <pc:docMk/>
            <pc:sldMk cId="3777333946" sldId="309"/>
            <ac:picMk id="6" creationId="{F74D6ED1-472B-FE8A-A006-1B1525F81E28}"/>
          </ac:picMkLst>
        </pc:picChg>
        <pc:picChg chg="add mod">
          <ac:chgData name="정민성" userId="21e476b9-b39c-4fd0-afba-2b695dacaa98" providerId="ADAL" clId="{B63F331B-1945-4EF7-ACFA-9167B2522CE1}" dt="2025-04-09T10:49:48.365" v="35" actId="1076"/>
          <ac:picMkLst>
            <pc:docMk/>
            <pc:sldMk cId="3777333946" sldId="309"/>
            <ac:picMk id="23" creationId="{211CAB0D-763E-2D45-1394-995106AD971B}"/>
          </ac:picMkLst>
        </pc:picChg>
        <pc:picChg chg="add mod">
          <ac:chgData name="정민성" userId="21e476b9-b39c-4fd0-afba-2b695dacaa98" providerId="ADAL" clId="{B63F331B-1945-4EF7-ACFA-9167B2522CE1}" dt="2025-04-09T10:49:56.253" v="38" actId="1076"/>
          <ac:picMkLst>
            <pc:docMk/>
            <pc:sldMk cId="3777333946" sldId="309"/>
            <ac:picMk id="24" creationId="{4E7C3090-03D0-0CE9-2026-CD973BFB92E2}"/>
          </ac:picMkLst>
        </pc:picChg>
        <pc:picChg chg="add">
          <ac:chgData name="정민성" userId="21e476b9-b39c-4fd0-afba-2b695dacaa98" providerId="ADAL" clId="{B63F331B-1945-4EF7-ACFA-9167B2522CE1}" dt="2025-04-09T10:50:01.215" v="40"/>
          <ac:picMkLst>
            <pc:docMk/>
            <pc:sldMk cId="3777333946" sldId="309"/>
            <ac:picMk id="25" creationId="{D160CE88-09ED-5D38-E6E3-46E681402F96}"/>
          </ac:picMkLst>
        </pc:picChg>
        <pc:picChg chg="add">
          <ac:chgData name="정민성" userId="21e476b9-b39c-4fd0-afba-2b695dacaa98" providerId="ADAL" clId="{B63F331B-1945-4EF7-ACFA-9167B2522CE1}" dt="2025-04-09T10:50:06.888" v="41"/>
          <ac:picMkLst>
            <pc:docMk/>
            <pc:sldMk cId="3777333946" sldId="309"/>
            <ac:picMk id="26" creationId="{71FD1C29-C0EE-C27A-FF68-8C3276A28601}"/>
          </ac:picMkLst>
        </pc:picChg>
        <pc:cxnChg chg="add mod">
          <ac:chgData name="정민성" userId="21e476b9-b39c-4fd0-afba-2b695dacaa98" providerId="ADAL" clId="{B63F331B-1945-4EF7-ACFA-9167B2522CE1}" dt="2025-04-09T10:52:45.209" v="91" actId="208"/>
          <ac:cxnSpMkLst>
            <pc:docMk/>
            <pc:sldMk cId="3777333946" sldId="309"/>
            <ac:cxnSpMk id="14" creationId="{D6AAD4F3-F571-0C0A-D121-30A73EEEDDAD}"/>
          </ac:cxnSpMkLst>
        </pc:cxnChg>
        <pc:cxnChg chg="add mod">
          <ac:chgData name="정민성" userId="21e476b9-b39c-4fd0-afba-2b695dacaa98" providerId="ADAL" clId="{B63F331B-1945-4EF7-ACFA-9167B2522CE1}" dt="2025-04-09T10:53:39.907" v="103" actId="14100"/>
          <ac:cxnSpMkLst>
            <pc:docMk/>
            <pc:sldMk cId="3777333946" sldId="309"/>
            <ac:cxnSpMk id="15" creationId="{2FA375B9-0976-B150-5D95-702902FC67A8}"/>
          </ac:cxnSpMkLst>
        </pc:cxnChg>
        <pc:cxnChg chg="add mod">
          <ac:chgData name="정민성" userId="21e476b9-b39c-4fd0-afba-2b695dacaa98" providerId="ADAL" clId="{B63F331B-1945-4EF7-ACFA-9167B2522CE1}" dt="2025-04-09T10:54:03.034" v="109" actId="14100"/>
          <ac:cxnSpMkLst>
            <pc:docMk/>
            <pc:sldMk cId="3777333946" sldId="309"/>
            <ac:cxnSpMk id="17" creationId="{D5E5827E-25B6-EB91-1ED5-1F3CBE918E4E}"/>
          </ac:cxnSpMkLst>
        </pc:cxnChg>
        <pc:cxnChg chg="add mod">
          <ac:chgData name="정민성" userId="21e476b9-b39c-4fd0-afba-2b695dacaa98" providerId="ADAL" clId="{B63F331B-1945-4EF7-ACFA-9167B2522CE1}" dt="2025-04-09T10:52:25.907" v="86" actId="1036"/>
          <ac:cxnSpMkLst>
            <pc:docMk/>
            <pc:sldMk cId="3777333946" sldId="309"/>
            <ac:cxnSpMk id="32" creationId="{ABCB57A8-2244-202C-BD9F-35EAE7FE05FA}"/>
          </ac:cxnSpMkLst>
        </pc:cxnChg>
        <pc:cxnChg chg="add del mod">
          <ac:chgData name="정민성" userId="21e476b9-b39c-4fd0-afba-2b695dacaa98" providerId="ADAL" clId="{B63F331B-1945-4EF7-ACFA-9167B2522CE1}" dt="2025-04-09T10:52:28.600" v="87" actId="14100"/>
          <ac:cxnSpMkLst>
            <pc:docMk/>
            <pc:sldMk cId="3777333946" sldId="309"/>
            <ac:cxnSpMk id="34" creationId="{12296999-83F8-6E27-3A29-6116629915AE}"/>
          </ac:cxnSpMkLst>
        </pc:cxnChg>
        <pc:cxnChg chg="add del mod">
          <ac:chgData name="정민성" userId="21e476b9-b39c-4fd0-afba-2b695dacaa98" providerId="ADAL" clId="{B63F331B-1945-4EF7-ACFA-9167B2522CE1}" dt="2025-04-09T10:52:16.305" v="79" actId="1076"/>
          <ac:cxnSpMkLst>
            <pc:docMk/>
            <pc:sldMk cId="3777333946" sldId="309"/>
            <ac:cxnSpMk id="37" creationId="{D3AAA595-9005-3EB0-663C-B579A8D59302}"/>
          </ac:cxnSpMkLst>
        </pc:cxnChg>
        <pc:cxnChg chg="add mod">
          <ac:chgData name="정민성" userId="21e476b9-b39c-4fd0-afba-2b695dacaa98" providerId="ADAL" clId="{B63F331B-1945-4EF7-ACFA-9167B2522CE1}" dt="2025-04-09T10:53:12.464" v="99" actId="208"/>
          <ac:cxnSpMkLst>
            <pc:docMk/>
            <pc:sldMk cId="3777333946" sldId="309"/>
            <ac:cxnSpMk id="48" creationId="{38A60737-3018-FEA1-E8FA-72673BB7154D}"/>
          </ac:cxnSpMkLst>
        </pc:cxnChg>
        <pc:cxnChg chg="add mod">
          <ac:chgData name="정민성" userId="21e476b9-b39c-4fd0-afba-2b695dacaa98" providerId="ADAL" clId="{B63F331B-1945-4EF7-ACFA-9167B2522CE1}" dt="2025-04-09T10:53:12.464" v="99" actId="208"/>
          <ac:cxnSpMkLst>
            <pc:docMk/>
            <pc:sldMk cId="3777333946" sldId="309"/>
            <ac:cxnSpMk id="51" creationId="{71548001-3C56-0BA5-CCC3-50AC32A27780}"/>
          </ac:cxnSpMkLst>
        </pc:cxnChg>
      </pc:sldChg>
    </pc:docChg>
  </pc:docChgLst>
  <pc:docChgLst>
    <pc:chgData name="게스트 사용자" userId="S::urn:spo:anon#18b53fbe2b4d0212c0d796c289517aab1d2599b013e1b7ac3a25d168c2d4b9a1::" providerId="AD" clId="Web-{FF93D2E1-91D9-FB3D-8791-703151B039FD}"/>
    <pc:docChg chg="addSld modSld">
      <pc:chgData name="게스트 사용자" userId="S::urn:spo:anon#18b53fbe2b4d0212c0d796c289517aab1d2599b013e1b7ac3a25d168c2d4b9a1::" providerId="AD" clId="Web-{FF93D2E1-91D9-FB3D-8791-703151B039FD}" dt="2025-04-09T14:51:03.401" v="159" actId="20577"/>
      <pc:docMkLst>
        <pc:docMk/>
      </pc:docMkLst>
      <pc:sldChg chg="modSp">
        <pc:chgData name="게스트 사용자" userId="S::urn:spo:anon#18b53fbe2b4d0212c0d796c289517aab1d2599b013e1b7ac3a25d168c2d4b9a1::" providerId="AD" clId="Web-{FF93D2E1-91D9-FB3D-8791-703151B039FD}" dt="2025-04-09T14:34:53.643" v="1" actId="20577"/>
        <pc:sldMkLst>
          <pc:docMk/>
          <pc:sldMk cId="0" sldId="256"/>
        </pc:sldMkLst>
        <pc:spChg chg="mod">
          <ac:chgData name="게스트 사용자" userId="S::urn:spo:anon#18b53fbe2b4d0212c0d796c289517aab1d2599b013e1b7ac3a25d168c2d4b9a1::" providerId="AD" clId="Web-{FF93D2E1-91D9-FB3D-8791-703151B039FD}" dt="2025-04-09T14:34:53.643" v="1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게스트 사용자" userId="S::urn:spo:anon#18b53fbe2b4d0212c0d796c289517aab1d2599b013e1b7ac3a25d168c2d4b9a1::" providerId="AD" clId="Web-{FF93D2E1-91D9-FB3D-8791-703151B039FD}" dt="2025-04-09T14:34:59.097" v="3" actId="20577"/>
        <pc:sldMkLst>
          <pc:docMk/>
          <pc:sldMk cId="0" sldId="263"/>
        </pc:sldMkLst>
        <pc:spChg chg="mod">
          <ac:chgData name="게스트 사용자" userId="S::urn:spo:anon#18b53fbe2b4d0212c0d796c289517aab1d2599b013e1b7ac3a25d168c2d4b9a1::" providerId="AD" clId="Web-{FF93D2E1-91D9-FB3D-8791-703151B039FD}" dt="2025-04-09T14:34:59.097" v="3" actId="20577"/>
          <ac:spMkLst>
            <pc:docMk/>
            <pc:sldMk cId="0" sldId="263"/>
            <ac:spMk id="9" creationId="{00000000-0000-0000-0000-000000000000}"/>
          </ac:spMkLst>
        </pc:spChg>
      </pc:sldChg>
      <pc:sldChg chg="modSp">
        <pc:chgData name="게스트 사용자" userId="S::urn:spo:anon#18b53fbe2b4d0212c0d796c289517aab1d2599b013e1b7ac3a25d168c2d4b9a1::" providerId="AD" clId="Web-{FF93D2E1-91D9-FB3D-8791-703151B039FD}" dt="2025-04-09T14:40:34.621" v="79" actId="20577"/>
        <pc:sldMkLst>
          <pc:docMk/>
          <pc:sldMk cId="2737679124" sldId="294"/>
        </pc:sldMkLst>
        <pc:spChg chg="mod">
          <ac:chgData name="게스트 사용자" userId="S::urn:spo:anon#18b53fbe2b4d0212c0d796c289517aab1d2599b013e1b7ac3a25d168c2d4b9a1::" providerId="AD" clId="Web-{FF93D2E1-91D9-FB3D-8791-703151B039FD}" dt="2025-04-09T14:37:06.762" v="56" actId="20577"/>
          <ac:spMkLst>
            <pc:docMk/>
            <pc:sldMk cId="2737679124" sldId="294"/>
            <ac:spMk id="3" creationId="{4AD1C4A5-1F96-0DFD-B054-E83EA6582C43}"/>
          </ac:spMkLst>
        </pc:spChg>
        <pc:spChg chg="mod">
          <ac:chgData name="게스트 사용자" userId="S::urn:spo:anon#18b53fbe2b4d0212c0d796c289517aab1d2599b013e1b7ac3a25d168c2d4b9a1::" providerId="AD" clId="Web-{FF93D2E1-91D9-FB3D-8791-703151B039FD}" dt="2025-04-09T14:37:09.403" v="65" actId="20577"/>
          <ac:spMkLst>
            <pc:docMk/>
            <pc:sldMk cId="2737679124" sldId="294"/>
            <ac:spMk id="6" creationId="{F33F3F4F-CB28-FE9C-EC12-2305DA32706F}"/>
          </ac:spMkLst>
        </pc:spChg>
        <pc:spChg chg="mod">
          <ac:chgData name="게스트 사용자" userId="S::urn:spo:anon#18b53fbe2b4d0212c0d796c289517aab1d2599b013e1b7ac3a25d168c2d4b9a1::" providerId="AD" clId="Web-{FF93D2E1-91D9-FB3D-8791-703151B039FD}" dt="2025-04-09T14:40:34.621" v="79" actId="20577"/>
          <ac:spMkLst>
            <pc:docMk/>
            <pc:sldMk cId="2737679124" sldId="294"/>
            <ac:spMk id="24" creationId="{B343F72A-A3F0-1B6C-99B6-7C74E3E93331}"/>
          </ac:spMkLst>
        </pc:spChg>
      </pc:sldChg>
      <pc:sldChg chg="addSp delSp modSp add replId">
        <pc:chgData name="게스트 사용자" userId="S::urn:spo:anon#18b53fbe2b4d0212c0d796c289517aab1d2599b013e1b7ac3a25d168c2d4b9a1::" providerId="AD" clId="Web-{FF93D2E1-91D9-FB3D-8791-703151B039FD}" dt="2025-04-09T14:51:03.401" v="159" actId="20577"/>
        <pc:sldMkLst>
          <pc:docMk/>
          <pc:sldMk cId="925155372" sldId="310"/>
        </pc:sldMkLst>
        <pc:spChg chg="mod">
          <ac:chgData name="게스트 사용자" userId="S::urn:spo:anon#18b53fbe2b4d0212c0d796c289517aab1d2599b013e1b7ac3a25d168c2d4b9a1::" providerId="AD" clId="Web-{FF93D2E1-91D9-FB3D-8791-703151B039FD}" dt="2025-04-09T14:41:58.924" v="94" actId="20577"/>
          <ac:spMkLst>
            <pc:docMk/>
            <pc:sldMk cId="925155372" sldId="310"/>
            <ac:spMk id="3" creationId="{B2E54676-AFB6-2792-D65A-E3F9ADD1B320}"/>
          </ac:spMkLst>
        </pc:spChg>
        <pc:spChg chg="mod">
          <ac:chgData name="게스트 사용자" userId="S::urn:spo:anon#18b53fbe2b4d0212c0d796c289517aab1d2599b013e1b7ac3a25d168c2d4b9a1::" providerId="AD" clId="Web-{FF93D2E1-91D9-FB3D-8791-703151B039FD}" dt="2025-04-09T14:51:03.401" v="159" actId="20577"/>
          <ac:spMkLst>
            <pc:docMk/>
            <pc:sldMk cId="925155372" sldId="310"/>
            <ac:spMk id="4" creationId="{3F2C03E6-C398-7FFF-E94C-70D87A7227E8}"/>
          </ac:spMkLst>
        </pc:spChg>
        <pc:spChg chg="mod">
          <ac:chgData name="게스트 사용자" userId="S::urn:spo:anon#18b53fbe2b4d0212c0d796c289517aab1d2599b013e1b7ac3a25d168c2d4b9a1::" providerId="AD" clId="Web-{FF93D2E1-91D9-FB3D-8791-703151B039FD}" dt="2025-04-09T14:42:07.237" v="106" actId="20577"/>
          <ac:spMkLst>
            <pc:docMk/>
            <pc:sldMk cId="925155372" sldId="310"/>
            <ac:spMk id="6" creationId="{69296A5E-D2AB-554D-CF9C-3DDCC9C77449}"/>
          </ac:spMkLst>
        </pc:spChg>
        <pc:spChg chg="del">
          <ac:chgData name="게스트 사용자" userId="S::urn:spo:anon#18b53fbe2b4d0212c0d796c289517aab1d2599b013e1b7ac3a25d168c2d4b9a1::" providerId="AD" clId="Web-{FF93D2E1-91D9-FB3D-8791-703151B039FD}" dt="2025-04-09T14:50:56.010" v="152"/>
          <ac:spMkLst>
            <pc:docMk/>
            <pc:sldMk cId="925155372" sldId="310"/>
            <ac:spMk id="12" creationId="{4365758E-C9FB-7441-92DF-DFE5A818F895}"/>
          </ac:spMkLst>
        </pc:spChg>
        <pc:spChg chg="del">
          <ac:chgData name="게스트 사용자" userId="S::urn:spo:anon#18b53fbe2b4d0212c0d796c289517aab1d2599b013e1b7ac3a25d168c2d4b9a1::" providerId="AD" clId="Web-{FF93D2E1-91D9-FB3D-8791-703151B039FD}" dt="2025-04-09T14:50:54.478" v="151"/>
          <ac:spMkLst>
            <pc:docMk/>
            <pc:sldMk cId="925155372" sldId="310"/>
            <ac:spMk id="13" creationId="{B4B7CC36-2478-5C8C-B516-2B135580CF98}"/>
          </ac:spMkLst>
        </pc:spChg>
        <pc:spChg chg="add del mod">
          <ac:chgData name="게스트 사용자" userId="S::urn:spo:anon#18b53fbe2b4d0212c0d796c289517aab1d2599b013e1b7ac3a25d168c2d4b9a1::" providerId="AD" clId="Web-{FF93D2E1-91D9-FB3D-8791-703151B039FD}" dt="2025-04-09T14:51:00.072" v="155"/>
          <ac:spMkLst>
            <pc:docMk/>
            <pc:sldMk cId="925155372" sldId="310"/>
            <ac:spMk id="23" creationId="{1965E67A-0A68-4E44-8343-AFAC797DFDD9}"/>
          </ac:spMkLst>
        </pc:spChg>
        <pc:spChg chg="mod">
          <ac:chgData name="게스트 사용자" userId="S::urn:spo:anon#18b53fbe2b4d0212c0d796c289517aab1d2599b013e1b7ac3a25d168c2d4b9a1::" providerId="AD" clId="Web-{FF93D2E1-91D9-FB3D-8791-703151B039FD}" dt="2025-04-09T14:50:36.977" v="129" actId="20577"/>
          <ac:spMkLst>
            <pc:docMk/>
            <pc:sldMk cId="925155372" sldId="310"/>
            <ac:spMk id="24" creationId="{CF42F21F-A371-D63F-72E3-F74AB8EB50E6}"/>
          </ac:spMkLst>
        </pc:spChg>
        <pc:grpChg chg="del">
          <ac:chgData name="게스트 사용자" userId="S::urn:spo:anon#18b53fbe2b4d0212c0d796c289517aab1d2599b013e1b7ac3a25d168c2d4b9a1::" providerId="AD" clId="Web-{FF93D2E1-91D9-FB3D-8791-703151B039FD}" dt="2025-04-09T14:42:09.565" v="107"/>
          <ac:grpSpMkLst>
            <pc:docMk/>
            <pc:sldMk cId="925155372" sldId="310"/>
            <ac:grpSpMk id="18" creationId="{4F036DC7-2FEA-302D-9242-B77AFCC38446}"/>
          </ac:grpSpMkLst>
        </pc:grpChg>
        <pc:grpChg chg="del">
          <ac:chgData name="게스트 사용자" userId="S::urn:spo:anon#18b53fbe2b4d0212c0d796c289517aab1d2599b013e1b7ac3a25d168c2d4b9a1::" providerId="AD" clId="Web-{FF93D2E1-91D9-FB3D-8791-703151B039FD}" dt="2025-04-09T14:42:12.144" v="108"/>
          <ac:grpSpMkLst>
            <pc:docMk/>
            <pc:sldMk cId="925155372" sldId="310"/>
            <ac:grpSpMk id="19" creationId="{BFAEABBD-CCC7-91A0-76CC-618F8505D7F0}"/>
          </ac:grpSpMkLst>
        </pc:grpChg>
        <pc:picChg chg="add mod">
          <ac:chgData name="게스트 사용자" userId="S::urn:spo:anon#18b53fbe2b4d0212c0d796c289517aab1d2599b013e1b7ac3a25d168c2d4b9a1::" providerId="AD" clId="Web-{FF93D2E1-91D9-FB3D-8791-703151B039FD}" dt="2025-04-09T14:44:02.011" v="114" actId="1076"/>
          <ac:picMkLst>
            <pc:docMk/>
            <pc:sldMk cId="925155372" sldId="310"/>
            <ac:picMk id="22" creationId="{F29A5EA9-F6C0-5B26-CE66-E94D79121B78}"/>
          </ac:picMkLst>
        </pc:picChg>
      </pc:sldChg>
    </pc:docChg>
  </pc:docChgLst>
  <pc:docChgLst>
    <pc:chgData name="정민성" userId="21e476b9-b39c-4fd0-afba-2b695dacaa98" providerId="ADAL" clId="{0F4D65E3-500E-484E-B2F2-EDEF9AC3BCBC}"/>
    <pc:docChg chg="undo custSel addSld modSld">
      <pc:chgData name="정민성" userId="21e476b9-b39c-4fd0-afba-2b695dacaa98" providerId="ADAL" clId="{0F4D65E3-500E-484E-B2F2-EDEF9AC3BCBC}" dt="2025-04-10T08:37:25.898" v="10190"/>
      <pc:docMkLst>
        <pc:docMk/>
      </pc:docMkLst>
      <pc:sldChg chg="modNotesTx">
        <pc:chgData name="정민성" userId="21e476b9-b39c-4fd0-afba-2b695dacaa98" providerId="ADAL" clId="{0F4D65E3-500E-484E-B2F2-EDEF9AC3BCBC}" dt="2025-04-10T03:47:23.495" v="3977" actId="20577"/>
        <pc:sldMkLst>
          <pc:docMk/>
          <pc:sldMk cId="0" sldId="256"/>
        </pc:sldMkLst>
      </pc:sldChg>
      <pc:sldChg chg="modNotesTx">
        <pc:chgData name="정민성" userId="21e476b9-b39c-4fd0-afba-2b695dacaa98" providerId="ADAL" clId="{0F4D65E3-500E-484E-B2F2-EDEF9AC3BCBC}" dt="2025-04-10T03:49:17.534" v="4234" actId="20577"/>
        <pc:sldMkLst>
          <pc:docMk/>
          <pc:sldMk cId="0" sldId="257"/>
        </pc:sldMkLst>
      </pc:sldChg>
      <pc:sldChg chg="delSp modSp mod modNotesTx">
        <pc:chgData name="정민성" userId="21e476b9-b39c-4fd0-afba-2b695dacaa98" providerId="ADAL" clId="{0F4D65E3-500E-484E-B2F2-EDEF9AC3BCBC}" dt="2025-04-10T04:04:24.676" v="6404" actId="20577"/>
        <pc:sldMkLst>
          <pc:docMk/>
          <pc:sldMk cId="1745230688" sldId="285"/>
        </pc:sldMkLst>
        <pc:spChg chg="mod">
          <ac:chgData name="정민성" userId="21e476b9-b39c-4fd0-afba-2b695dacaa98" providerId="ADAL" clId="{0F4D65E3-500E-484E-B2F2-EDEF9AC3BCBC}" dt="2025-04-09T08:02:17.446" v="3963" actId="20577"/>
          <ac:spMkLst>
            <pc:docMk/>
            <pc:sldMk cId="1745230688" sldId="285"/>
            <ac:spMk id="9" creationId="{04A867A5-FA57-67CB-26E8-66D8BBDFCEEB}"/>
          </ac:spMkLst>
        </pc:spChg>
        <pc:spChg chg="mod">
          <ac:chgData name="정민성" userId="21e476b9-b39c-4fd0-afba-2b695dacaa98" providerId="ADAL" clId="{0F4D65E3-500E-484E-B2F2-EDEF9AC3BCBC}" dt="2025-04-10T04:04:09.540" v="6312"/>
          <ac:spMkLst>
            <pc:docMk/>
            <pc:sldMk cId="1745230688" sldId="285"/>
            <ac:spMk id="22" creationId="{83491CD1-D995-562E-07C2-5A59B6457418}"/>
          </ac:spMkLst>
        </pc:spChg>
        <pc:cxnChg chg="del">
          <ac:chgData name="정민성" userId="21e476b9-b39c-4fd0-afba-2b695dacaa98" providerId="ADAL" clId="{0F4D65E3-500E-484E-B2F2-EDEF9AC3BCBC}" dt="2025-04-09T07:57:57.465" v="3744" actId="478"/>
          <ac:cxnSpMkLst>
            <pc:docMk/>
            <pc:sldMk cId="1745230688" sldId="285"/>
            <ac:cxnSpMk id="11" creationId="{2CF753F3-DC70-9890-E402-269CA24BA185}"/>
          </ac:cxnSpMkLst>
        </pc:cxnChg>
        <pc:cxnChg chg="del">
          <ac:chgData name="정민성" userId="21e476b9-b39c-4fd0-afba-2b695dacaa98" providerId="ADAL" clId="{0F4D65E3-500E-484E-B2F2-EDEF9AC3BCBC}" dt="2025-04-09T07:58:07.577" v="3747" actId="478"/>
          <ac:cxnSpMkLst>
            <pc:docMk/>
            <pc:sldMk cId="1745230688" sldId="285"/>
            <ac:cxnSpMk id="24" creationId="{EE0FE946-3565-A65F-C81B-162EEBEE02B2}"/>
          </ac:cxnSpMkLst>
        </pc:cxnChg>
      </pc:sldChg>
      <pc:sldChg chg="modNotesTx">
        <pc:chgData name="정민성" userId="21e476b9-b39c-4fd0-afba-2b695dacaa98" providerId="ADAL" clId="{0F4D65E3-500E-484E-B2F2-EDEF9AC3BCBC}" dt="2025-04-10T03:53:23.935" v="4743" actId="20577"/>
        <pc:sldMkLst>
          <pc:docMk/>
          <pc:sldMk cId="2737679124" sldId="294"/>
        </pc:sldMkLst>
      </pc:sldChg>
      <pc:sldChg chg="modNotesTx">
        <pc:chgData name="정민성" userId="21e476b9-b39c-4fd0-afba-2b695dacaa98" providerId="ADAL" clId="{0F4D65E3-500E-484E-B2F2-EDEF9AC3BCBC}" dt="2025-04-10T03:58:53.227" v="5283"/>
        <pc:sldMkLst>
          <pc:docMk/>
          <pc:sldMk cId="3151052977" sldId="295"/>
        </pc:sldMkLst>
      </pc:sldChg>
      <pc:sldChg chg="modSp mod">
        <pc:chgData name="정민성" userId="21e476b9-b39c-4fd0-afba-2b695dacaa98" providerId="ADAL" clId="{0F4D65E3-500E-484E-B2F2-EDEF9AC3BCBC}" dt="2025-04-10T04:11:20.197" v="6647" actId="1076"/>
        <pc:sldMkLst>
          <pc:docMk/>
          <pc:sldMk cId="1017738463" sldId="301"/>
        </pc:sldMkLst>
        <pc:picChg chg="mod">
          <ac:chgData name="정민성" userId="21e476b9-b39c-4fd0-afba-2b695dacaa98" providerId="ADAL" clId="{0F4D65E3-500E-484E-B2F2-EDEF9AC3BCBC}" dt="2025-04-10T04:11:20.197" v="6647" actId="1076"/>
          <ac:picMkLst>
            <pc:docMk/>
            <pc:sldMk cId="1017738463" sldId="301"/>
            <ac:picMk id="26" creationId="{424E5134-624B-065A-4D40-9F5903A77463}"/>
          </ac:picMkLst>
        </pc:picChg>
      </pc:sldChg>
      <pc:sldChg chg="modSp mod modNotesTx">
        <pc:chgData name="정민성" userId="21e476b9-b39c-4fd0-afba-2b695dacaa98" providerId="ADAL" clId="{0F4D65E3-500E-484E-B2F2-EDEF9AC3BCBC}" dt="2025-04-10T04:19:33.937" v="7244" actId="20577"/>
        <pc:sldMkLst>
          <pc:docMk/>
          <pc:sldMk cId="1399566606" sldId="306"/>
        </pc:sldMkLst>
        <pc:spChg chg="mod">
          <ac:chgData name="정민성" userId="21e476b9-b39c-4fd0-afba-2b695dacaa98" providerId="ADAL" clId="{0F4D65E3-500E-484E-B2F2-EDEF9AC3BCBC}" dt="2025-04-10T04:19:33.937" v="7244" actId="20577"/>
          <ac:spMkLst>
            <pc:docMk/>
            <pc:sldMk cId="1399566606" sldId="306"/>
            <ac:spMk id="7" creationId="{291B6E95-39AE-3A07-1078-C27C6847E009}"/>
          </ac:spMkLst>
        </pc:spChg>
        <pc:spChg chg="mod">
          <ac:chgData name="정민성" userId="21e476b9-b39c-4fd0-afba-2b695dacaa98" providerId="ADAL" clId="{0F4D65E3-500E-484E-B2F2-EDEF9AC3BCBC}" dt="2025-04-10T04:13:13.523" v="6729" actId="20577"/>
          <ac:spMkLst>
            <pc:docMk/>
            <pc:sldMk cId="1399566606" sldId="306"/>
            <ac:spMk id="9" creationId="{745CA918-9B97-4C94-8CC4-312E0E0E6691}"/>
          </ac:spMkLst>
        </pc:spChg>
        <pc:spChg chg="mod">
          <ac:chgData name="정민성" userId="21e476b9-b39c-4fd0-afba-2b695dacaa98" providerId="ADAL" clId="{0F4D65E3-500E-484E-B2F2-EDEF9AC3BCBC}" dt="2025-04-10T04:15:47.887" v="6820" actId="20577"/>
          <ac:spMkLst>
            <pc:docMk/>
            <pc:sldMk cId="1399566606" sldId="306"/>
            <ac:spMk id="22" creationId="{192D81BF-0EA6-1DB7-6BB7-C921726F8001}"/>
          </ac:spMkLst>
        </pc:spChg>
      </pc:sldChg>
      <pc:sldChg chg="addSp delSp modSp mod modNotesTx">
        <pc:chgData name="정민성" userId="21e476b9-b39c-4fd0-afba-2b695dacaa98" providerId="ADAL" clId="{0F4D65E3-500E-484E-B2F2-EDEF9AC3BCBC}" dt="2025-04-10T04:56:55.677" v="8703" actId="20577"/>
        <pc:sldMkLst>
          <pc:docMk/>
          <pc:sldMk cId="1860167159" sldId="307"/>
        </pc:sldMkLst>
        <pc:spChg chg="mod">
          <ac:chgData name="정민성" userId="21e476b9-b39c-4fd0-afba-2b695dacaa98" providerId="ADAL" clId="{0F4D65E3-500E-484E-B2F2-EDEF9AC3BCBC}" dt="2025-04-10T04:24:42.622" v="8005" actId="1076"/>
          <ac:spMkLst>
            <pc:docMk/>
            <pc:sldMk cId="1860167159" sldId="307"/>
            <ac:spMk id="4" creationId="{A961AE8D-41B7-2E96-2CB8-22FE90BDB030}"/>
          </ac:spMkLst>
        </pc:spChg>
        <pc:spChg chg="add mod">
          <ac:chgData name="정민성" userId="21e476b9-b39c-4fd0-afba-2b695dacaa98" providerId="ADAL" clId="{0F4D65E3-500E-484E-B2F2-EDEF9AC3BCBC}" dt="2025-04-10T04:25:08.262" v="8015" actId="14100"/>
          <ac:spMkLst>
            <pc:docMk/>
            <pc:sldMk cId="1860167159" sldId="307"/>
            <ac:spMk id="5" creationId="{0011FAD7-E4B7-819D-F104-9382365DC188}"/>
          </ac:spMkLst>
        </pc:spChg>
        <pc:spChg chg="add del">
          <ac:chgData name="정민성" userId="21e476b9-b39c-4fd0-afba-2b695dacaa98" providerId="ADAL" clId="{0F4D65E3-500E-484E-B2F2-EDEF9AC3BCBC}" dt="2025-04-09T06:58:43.356" v="802" actId="22"/>
          <ac:spMkLst>
            <pc:docMk/>
            <pc:sldMk cId="1860167159" sldId="307"/>
            <ac:spMk id="6" creationId="{B5E33D53-0805-C4A8-183A-59FEEF95745E}"/>
          </ac:spMkLst>
        </pc:spChg>
        <pc:spChg chg="mod">
          <ac:chgData name="정민성" userId="21e476b9-b39c-4fd0-afba-2b695dacaa98" providerId="ADAL" clId="{0F4D65E3-500E-484E-B2F2-EDEF9AC3BCBC}" dt="2025-04-10T04:34:03.140" v="8481" actId="20577"/>
          <ac:spMkLst>
            <pc:docMk/>
            <pc:sldMk cId="1860167159" sldId="307"/>
            <ac:spMk id="7" creationId="{8E67AA51-6507-5071-171F-1F096D08B2FE}"/>
          </ac:spMkLst>
        </pc:spChg>
        <pc:spChg chg="mod">
          <ac:chgData name="정민성" userId="21e476b9-b39c-4fd0-afba-2b695dacaa98" providerId="ADAL" clId="{0F4D65E3-500E-484E-B2F2-EDEF9AC3BCBC}" dt="2025-04-09T06:57:21.311" v="782" actId="20577"/>
          <ac:spMkLst>
            <pc:docMk/>
            <pc:sldMk cId="1860167159" sldId="307"/>
            <ac:spMk id="9" creationId="{9412081E-92D0-ACCA-DE4C-8D54A2258A90}"/>
          </ac:spMkLst>
        </pc:spChg>
        <pc:spChg chg="mod">
          <ac:chgData name="정민성" userId="21e476b9-b39c-4fd0-afba-2b695dacaa98" providerId="ADAL" clId="{0F4D65E3-500E-484E-B2F2-EDEF9AC3BCBC}" dt="2025-04-10T04:23:53.389" v="7872" actId="20577"/>
          <ac:spMkLst>
            <pc:docMk/>
            <pc:sldMk cId="1860167159" sldId="307"/>
            <ac:spMk id="22" creationId="{D3539CCD-219A-773A-5382-17BD9B4BE368}"/>
          </ac:spMkLst>
        </pc:spChg>
        <pc:picChg chg="mod">
          <ac:chgData name="정민성" userId="21e476b9-b39c-4fd0-afba-2b695dacaa98" providerId="ADAL" clId="{0F4D65E3-500E-484E-B2F2-EDEF9AC3BCBC}" dt="2025-04-10T04:24:45.392" v="8008" actId="1076"/>
          <ac:picMkLst>
            <pc:docMk/>
            <pc:sldMk cId="1860167159" sldId="307"/>
            <ac:picMk id="11" creationId="{6FEAAEF1-8B03-BA13-0A9B-03018D28ECC6}"/>
          </ac:picMkLst>
        </pc:picChg>
        <pc:picChg chg="mod">
          <ac:chgData name="정민성" userId="21e476b9-b39c-4fd0-afba-2b695dacaa98" providerId="ADAL" clId="{0F4D65E3-500E-484E-B2F2-EDEF9AC3BCBC}" dt="2025-04-10T04:25:04.897" v="8014" actId="1076"/>
          <ac:picMkLst>
            <pc:docMk/>
            <pc:sldMk cId="1860167159" sldId="307"/>
            <ac:picMk id="13" creationId="{2865B052-87F3-0B04-F7EB-7E39C6489C99}"/>
          </ac:picMkLst>
        </pc:picChg>
      </pc:sldChg>
      <pc:sldChg chg="addSp delSp modSp add mod modNotesTx">
        <pc:chgData name="정민성" userId="21e476b9-b39c-4fd0-afba-2b695dacaa98" providerId="ADAL" clId="{0F4D65E3-500E-484E-B2F2-EDEF9AC3BCBC}" dt="2025-04-10T05:02:21.368" v="9617" actId="20577"/>
        <pc:sldMkLst>
          <pc:docMk/>
          <pc:sldMk cId="4288857630" sldId="308"/>
        </pc:sldMkLst>
        <pc:spChg chg="mod">
          <ac:chgData name="정민성" userId="21e476b9-b39c-4fd0-afba-2b695dacaa98" providerId="ADAL" clId="{0F4D65E3-500E-484E-B2F2-EDEF9AC3BCBC}" dt="2025-04-09T06:58:59.801" v="836" actId="20577"/>
          <ac:spMkLst>
            <pc:docMk/>
            <pc:sldMk cId="4288857630" sldId="308"/>
            <ac:spMk id="3" creationId="{6D40E7D4-601C-C97D-D387-CBDC6E7F04BC}"/>
          </ac:spMkLst>
        </pc:spChg>
        <pc:spChg chg="del">
          <ac:chgData name="정민성" userId="21e476b9-b39c-4fd0-afba-2b695dacaa98" providerId="ADAL" clId="{0F4D65E3-500E-484E-B2F2-EDEF9AC3BCBC}" dt="2025-04-09T07:10:33.561" v="841" actId="478"/>
          <ac:spMkLst>
            <pc:docMk/>
            <pc:sldMk cId="4288857630" sldId="308"/>
            <ac:spMk id="4" creationId="{AFA1AB4A-391E-B196-6144-99E0EBE863B6}"/>
          </ac:spMkLst>
        </pc:spChg>
        <pc:spChg chg="mod">
          <ac:chgData name="정민성" userId="21e476b9-b39c-4fd0-afba-2b695dacaa98" providerId="ADAL" clId="{0F4D65E3-500E-484E-B2F2-EDEF9AC3BCBC}" dt="2025-04-10T05:00:46.864" v="9283" actId="20577"/>
          <ac:spMkLst>
            <pc:docMk/>
            <pc:sldMk cId="4288857630" sldId="308"/>
            <ac:spMk id="7" creationId="{E6D24ECB-DA61-3220-BE08-0DC227E713C2}"/>
          </ac:spMkLst>
        </pc:spChg>
        <pc:spChg chg="add mod">
          <ac:chgData name="정민성" userId="21e476b9-b39c-4fd0-afba-2b695dacaa98" providerId="ADAL" clId="{0F4D65E3-500E-484E-B2F2-EDEF9AC3BCBC}" dt="2025-04-09T07:33:42.430" v="1671"/>
          <ac:spMkLst>
            <pc:docMk/>
            <pc:sldMk cId="4288857630" sldId="308"/>
            <ac:spMk id="8" creationId="{6A3A046E-3354-1A3A-6DF6-DD991544A48C}"/>
          </ac:spMkLst>
        </pc:spChg>
        <pc:spChg chg="del">
          <ac:chgData name="정민성" userId="21e476b9-b39c-4fd0-afba-2b695dacaa98" providerId="ADAL" clId="{0F4D65E3-500E-484E-B2F2-EDEF9AC3BCBC}" dt="2025-04-09T06:59:13.279" v="840" actId="478"/>
          <ac:spMkLst>
            <pc:docMk/>
            <pc:sldMk cId="4288857630" sldId="308"/>
            <ac:spMk id="9" creationId="{3C542F57-0CE7-C141-FDA2-3A34D371E793}"/>
          </ac:spMkLst>
        </pc:spChg>
        <pc:spChg chg="add mod">
          <ac:chgData name="정민성" userId="21e476b9-b39c-4fd0-afba-2b695dacaa98" providerId="ADAL" clId="{0F4D65E3-500E-484E-B2F2-EDEF9AC3BCBC}" dt="2025-04-09T07:34:20.620" v="1746" actId="20577"/>
          <ac:spMkLst>
            <pc:docMk/>
            <pc:sldMk cId="4288857630" sldId="308"/>
            <ac:spMk id="10" creationId="{7FD5ACC6-2AFB-DF63-3BCD-2B44ABC90687}"/>
          </ac:spMkLst>
        </pc:spChg>
        <pc:spChg chg="add del mod">
          <ac:chgData name="정민성" userId="21e476b9-b39c-4fd0-afba-2b695dacaa98" providerId="ADAL" clId="{0F4D65E3-500E-484E-B2F2-EDEF9AC3BCBC}" dt="2025-04-09T07:35:51.606" v="1753"/>
          <ac:spMkLst>
            <pc:docMk/>
            <pc:sldMk cId="4288857630" sldId="308"/>
            <ac:spMk id="12" creationId="{D478C9E5-150E-1483-03FB-A69768200763}"/>
          </ac:spMkLst>
        </pc:spChg>
        <pc:spChg chg="del">
          <ac:chgData name="정민성" userId="21e476b9-b39c-4fd0-afba-2b695dacaa98" providerId="ADAL" clId="{0F4D65E3-500E-484E-B2F2-EDEF9AC3BCBC}" dt="2025-04-09T07:26:10.802" v="1659" actId="478"/>
          <ac:spMkLst>
            <pc:docMk/>
            <pc:sldMk cId="4288857630" sldId="308"/>
            <ac:spMk id="17" creationId="{42CCF172-B45E-73C5-F220-65CB02865F8A}"/>
          </ac:spMkLst>
        </pc:spChg>
        <pc:spChg chg="del">
          <ac:chgData name="정민성" userId="21e476b9-b39c-4fd0-afba-2b695dacaa98" providerId="ADAL" clId="{0F4D65E3-500E-484E-B2F2-EDEF9AC3BCBC}" dt="2025-04-09T06:59:12.183" v="839" actId="478"/>
          <ac:spMkLst>
            <pc:docMk/>
            <pc:sldMk cId="4288857630" sldId="308"/>
            <ac:spMk id="22" creationId="{1A5BBC18-3BD8-B0E9-C6C1-DE89BB403A74}"/>
          </ac:spMkLst>
        </pc:spChg>
        <pc:spChg chg="del">
          <ac:chgData name="정민성" userId="21e476b9-b39c-4fd0-afba-2b695dacaa98" providerId="ADAL" clId="{0F4D65E3-500E-484E-B2F2-EDEF9AC3BCBC}" dt="2025-04-09T07:26:09.921" v="1658" actId="478"/>
          <ac:spMkLst>
            <pc:docMk/>
            <pc:sldMk cId="4288857630" sldId="308"/>
            <ac:spMk id="26" creationId="{12D8B182-8597-8F5B-143D-F76790EC599E}"/>
          </ac:spMkLst>
        </pc:spChg>
        <pc:graphicFrameChg chg="add mod modGraphic">
          <ac:chgData name="정민성" userId="21e476b9-b39c-4fd0-afba-2b695dacaa98" providerId="ADAL" clId="{0F4D65E3-500E-484E-B2F2-EDEF9AC3BCBC}" dt="2025-04-09T07:42:09.834" v="2180" actId="122"/>
          <ac:graphicFrameMkLst>
            <pc:docMk/>
            <pc:sldMk cId="4288857630" sldId="308"/>
            <ac:graphicFrameMk id="14" creationId="{AE0CD3F9-C9FA-DAD6-5277-5B38CB8899FF}"/>
          </ac:graphicFrameMkLst>
        </pc:graphicFrameChg>
        <pc:picChg chg="add del mod">
          <ac:chgData name="정민성" userId="21e476b9-b39c-4fd0-afba-2b695dacaa98" providerId="ADAL" clId="{0F4D65E3-500E-484E-B2F2-EDEF9AC3BCBC}" dt="2025-04-09T07:34:24.397" v="1748" actId="21"/>
          <ac:picMkLst>
            <pc:docMk/>
            <pc:sldMk cId="4288857630" sldId="308"/>
            <ac:picMk id="6" creationId="{01FCA4C4-DF4F-0ACD-E3F5-373AD9599948}"/>
          </ac:picMkLst>
        </pc:picChg>
        <pc:picChg chg="del">
          <ac:chgData name="정민성" userId="21e476b9-b39c-4fd0-afba-2b695dacaa98" providerId="ADAL" clId="{0F4D65E3-500E-484E-B2F2-EDEF9AC3BCBC}" dt="2025-04-09T06:59:09.747" v="837" actId="478"/>
          <ac:picMkLst>
            <pc:docMk/>
            <pc:sldMk cId="4288857630" sldId="308"/>
            <ac:picMk id="11" creationId="{EFAB61D8-DAAB-FCD4-9BDD-915726EF8DFA}"/>
          </ac:picMkLst>
        </pc:picChg>
        <pc:picChg chg="del">
          <ac:chgData name="정민성" userId="21e476b9-b39c-4fd0-afba-2b695dacaa98" providerId="ADAL" clId="{0F4D65E3-500E-484E-B2F2-EDEF9AC3BCBC}" dt="2025-04-09T06:59:10.083" v="838" actId="478"/>
          <ac:picMkLst>
            <pc:docMk/>
            <pc:sldMk cId="4288857630" sldId="308"/>
            <ac:picMk id="13" creationId="{39C0A826-90AA-D228-391B-CADF997F0F7E}"/>
          </ac:picMkLst>
        </pc:picChg>
        <pc:cxnChg chg="mod">
          <ac:chgData name="정민성" userId="21e476b9-b39c-4fd0-afba-2b695dacaa98" providerId="ADAL" clId="{0F4D65E3-500E-484E-B2F2-EDEF9AC3BCBC}" dt="2025-04-09T07:11:22.785" v="926" actId="1076"/>
          <ac:cxnSpMkLst>
            <pc:docMk/>
            <pc:sldMk cId="4288857630" sldId="308"/>
            <ac:cxnSpMk id="24" creationId="{29AA6A8C-991E-4FD4-EF71-42873DDFCD96}"/>
          </ac:cxnSpMkLst>
        </pc:cxnChg>
      </pc:sldChg>
      <pc:sldChg chg="addSp delSp modSp add mod modNotesTx">
        <pc:chgData name="정민성" userId="21e476b9-b39c-4fd0-afba-2b695dacaa98" providerId="ADAL" clId="{0F4D65E3-500E-484E-B2F2-EDEF9AC3BCBC}" dt="2025-04-10T08:37:25.898" v="10190"/>
        <pc:sldMkLst>
          <pc:docMk/>
          <pc:sldMk cId="3777333946" sldId="309"/>
        </pc:sldMkLst>
        <pc:spChg chg="mod">
          <ac:chgData name="정민성" userId="21e476b9-b39c-4fd0-afba-2b695dacaa98" providerId="ADAL" clId="{0F4D65E3-500E-484E-B2F2-EDEF9AC3BCBC}" dt="2025-04-09T07:53:55.442" v="3476" actId="1076"/>
          <ac:spMkLst>
            <pc:docMk/>
            <pc:sldMk cId="3777333946" sldId="309"/>
            <ac:spMk id="2" creationId="{465C26A2-F521-C2E5-2288-4D07FB61078F}"/>
          </ac:spMkLst>
        </pc:spChg>
        <pc:spChg chg="add mod">
          <ac:chgData name="정민성" userId="21e476b9-b39c-4fd0-afba-2b695dacaa98" providerId="ADAL" clId="{0F4D65E3-500E-484E-B2F2-EDEF9AC3BCBC}" dt="2025-04-09T07:33:43.467" v="1672"/>
          <ac:spMkLst>
            <pc:docMk/>
            <pc:sldMk cId="3777333946" sldId="309"/>
            <ac:spMk id="4" creationId="{55777D55-495A-F543-3563-CB98862FA96E}"/>
          </ac:spMkLst>
        </pc:spChg>
        <pc:spChg chg="add mod">
          <ac:chgData name="정민성" userId="21e476b9-b39c-4fd0-afba-2b695dacaa98" providerId="ADAL" clId="{0F4D65E3-500E-484E-B2F2-EDEF9AC3BCBC}" dt="2025-04-09T07:43:22.394" v="2208" actId="14100"/>
          <ac:spMkLst>
            <pc:docMk/>
            <pc:sldMk cId="3777333946" sldId="309"/>
            <ac:spMk id="5" creationId="{9C0529BE-505D-9F57-E1EB-C22E8CC670E7}"/>
          </ac:spMkLst>
        </pc:spChg>
        <pc:spChg chg="del">
          <ac:chgData name="정민성" userId="21e476b9-b39c-4fd0-afba-2b695dacaa98" providerId="ADAL" clId="{0F4D65E3-500E-484E-B2F2-EDEF9AC3BCBC}" dt="2025-04-09T07:34:27.716" v="1749" actId="478"/>
          <ac:spMkLst>
            <pc:docMk/>
            <pc:sldMk cId="3777333946" sldId="309"/>
            <ac:spMk id="7" creationId="{E640282F-6B96-5515-A7B9-11A08E1DCBA7}"/>
          </ac:spMkLst>
        </pc:spChg>
        <pc:spChg chg="add mod">
          <ac:chgData name="정민성" userId="21e476b9-b39c-4fd0-afba-2b695dacaa98" providerId="ADAL" clId="{0F4D65E3-500E-484E-B2F2-EDEF9AC3BCBC}" dt="2025-04-10T08:34:48.031" v="10183" actId="20577"/>
          <ac:spMkLst>
            <pc:docMk/>
            <pc:sldMk cId="3777333946" sldId="309"/>
            <ac:spMk id="8" creationId="{DE82B66D-BC9C-20BE-A09A-4743B62ED361}"/>
          </ac:spMkLst>
        </pc:spChg>
        <pc:spChg chg="add mod">
          <ac:chgData name="정민성" userId="21e476b9-b39c-4fd0-afba-2b695dacaa98" providerId="ADAL" clId="{0F4D65E3-500E-484E-B2F2-EDEF9AC3BCBC}" dt="2025-04-10T08:37:25.898" v="10190"/>
          <ac:spMkLst>
            <pc:docMk/>
            <pc:sldMk cId="3777333946" sldId="309"/>
            <ac:spMk id="10" creationId="{18F091C5-D221-0F4D-6CB7-B7510432B268}"/>
          </ac:spMkLst>
        </pc:spChg>
        <pc:spChg chg="add mod">
          <ac:chgData name="정민성" userId="21e476b9-b39c-4fd0-afba-2b695dacaa98" providerId="ADAL" clId="{0F4D65E3-500E-484E-B2F2-EDEF9AC3BCBC}" dt="2025-04-09T07:50:31.038" v="2885" actId="1582"/>
          <ac:spMkLst>
            <pc:docMk/>
            <pc:sldMk cId="3777333946" sldId="309"/>
            <ac:spMk id="11" creationId="{6A6E54EE-9D41-9242-143D-7F391DA23059}"/>
          </ac:spMkLst>
        </pc:spChg>
        <pc:picChg chg="mod">
          <ac:chgData name="정민성" userId="21e476b9-b39c-4fd0-afba-2b695dacaa98" providerId="ADAL" clId="{0F4D65E3-500E-484E-B2F2-EDEF9AC3BCBC}" dt="2025-04-09T07:53:49.924" v="3474" actId="1076"/>
          <ac:picMkLst>
            <pc:docMk/>
            <pc:sldMk cId="3777333946" sldId="309"/>
            <ac:picMk id="6" creationId="{F74D6ED1-472B-FE8A-A006-1B1525F81E28}"/>
          </ac:picMkLst>
        </pc:picChg>
        <pc:cxnChg chg="add mod">
          <ac:chgData name="정민성" userId="21e476b9-b39c-4fd0-afba-2b695dacaa98" providerId="ADAL" clId="{0F4D65E3-500E-484E-B2F2-EDEF9AC3BCBC}" dt="2025-04-09T07:49:16.955" v="2786" actId="1076"/>
          <ac:cxnSpMkLst>
            <pc:docMk/>
            <pc:sldMk cId="3777333946" sldId="309"/>
            <ac:cxnSpMk id="9" creationId="{EE6DF3FC-0D5E-0C24-ABB5-CA8B6861CA8E}"/>
          </ac:cxnSpMkLst>
        </pc:cxnChg>
        <pc:cxnChg chg="add mod">
          <ac:chgData name="정민성" userId="21e476b9-b39c-4fd0-afba-2b695dacaa98" providerId="ADAL" clId="{0F4D65E3-500E-484E-B2F2-EDEF9AC3BCBC}" dt="2025-04-09T07:52:40.642" v="3220" actId="1076"/>
          <ac:cxnSpMkLst>
            <pc:docMk/>
            <pc:sldMk cId="3777333946" sldId="309"/>
            <ac:cxnSpMk id="12" creationId="{A6FB82B9-D53E-0261-2461-B82801579CBF}"/>
          </ac:cxnSpMkLst>
        </pc:cxnChg>
        <pc:cxnChg chg="del">
          <ac:chgData name="정민성" userId="21e476b9-b39c-4fd0-afba-2b695dacaa98" providerId="ADAL" clId="{0F4D65E3-500E-484E-B2F2-EDEF9AC3BCBC}" dt="2025-04-09T07:43:09.669" v="2183" actId="478"/>
          <ac:cxnSpMkLst>
            <pc:docMk/>
            <pc:sldMk cId="3777333946" sldId="309"/>
            <ac:cxnSpMk id="24" creationId="{1EA9A574-121D-18F3-836E-397482D86915}"/>
          </ac:cxnSpMkLst>
        </pc:cxnChg>
      </pc:sldChg>
      <pc:sldChg chg="modNotesTx">
        <pc:chgData name="정민성" userId="21e476b9-b39c-4fd0-afba-2b695dacaa98" providerId="ADAL" clId="{0F4D65E3-500E-484E-B2F2-EDEF9AC3BCBC}" dt="2025-04-10T03:58:03.129" v="5168" actId="20577"/>
        <pc:sldMkLst>
          <pc:docMk/>
          <pc:sldMk cId="925155372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728D2-346F-A34D-B7AE-5DF235F2352A}" type="datetimeFigureOut">
              <a:rPr kumimoji="1" lang="ko-KR" altLang="en-US" smtClean="0"/>
              <a:t>2025-04-11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2BA058-FBB0-D745-8307-3C1658B4759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146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세미나 논문 리뷰 시작하겠습니다</a:t>
            </a:r>
            <a:r>
              <a:rPr kumimoji="1" lang="en-US" altLang="ko-KR"/>
              <a:t>. </a:t>
            </a:r>
            <a:r>
              <a:rPr kumimoji="1" lang="ko-KR" altLang="en-US"/>
              <a:t>이번 논문은 </a:t>
            </a:r>
            <a:r>
              <a:rPr kumimoji="1" lang="en-US" altLang="ko-KR"/>
              <a:t>2019</a:t>
            </a:r>
            <a:r>
              <a:rPr kumimoji="1" lang="ko-KR" altLang="en-US"/>
              <a:t>년에 </a:t>
            </a:r>
            <a:r>
              <a:rPr kumimoji="1" lang="en-US" altLang="ko-KR"/>
              <a:t>AAAI</a:t>
            </a:r>
            <a:r>
              <a:rPr kumimoji="1" lang="ko-KR" altLang="en-US"/>
              <a:t>에서 발표된 </a:t>
            </a:r>
            <a:r>
              <a:rPr kumimoji="1" lang="en-US" altLang="ko-KR"/>
              <a:t>‘</a:t>
            </a:r>
            <a:r>
              <a:rPr lang="en-US" altLang="ko-KR" sz="1200" err="1">
                <a:latin typeface="Source Han Sans KR Medium"/>
                <a:ea typeface="Source Han Sans KR Medium"/>
              </a:rPr>
              <a:t>사기</a:t>
            </a:r>
            <a:r>
              <a:rPr lang="en-US" altLang="ko-KR" sz="1200">
                <a:latin typeface="Source Han Sans KR Medium"/>
                <a:ea typeface="Source Han Sans KR Medium"/>
              </a:rPr>
              <a:t> </a:t>
            </a:r>
            <a:r>
              <a:rPr lang="en-US" altLang="ko-KR" sz="1200" err="1">
                <a:latin typeface="Source Han Sans KR Medium"/>
                <a:ea typeface="Source Han Sans KR Medium"/>
              </a:rPr>
              <a:t>탐지를</a:t>
            </a:r>
            <a:r>
              <a:rPr lang="en-US" altLang="ko-KR" sz="1200">
                <a:latin typeface="Source Han Sans KR Medium"/>
                <a:ea typeface="Source Han Sans KR Medium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위한</a:t>
            </a:r>
            <a:r>
              <a:rPr lang="en-US" altLang="ko-KR" sz="12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원</a:t>
            </a:r>
            <a:r>
              <a:rPr lang="en-US" altLang="ko-KR" sz="12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클래스</a:t>
            </a:r>
            <a:r>
              <a:rPr lang="en-US" altLang="ko-KR" sz="12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적대적</a:t>
            </a:r>
            <a:r>
              <a:rPr lang="en-US" altLang="ko-KR" sz="12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1200" err="1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네트워크</a:t>
            </a:r>
            <a:r>
              <a:rPr kumimoji="1" lang="en-US" altLang="ko-KR"/>
              <a:t>’</a:t>
            </a:r>
            <a:r>
              <a:rPr kumimoji="1" lang="ko-KR" altLang="en-US"/>
              <a:t> 라는 논문입니다</a:t>
            </a:r>
            <a:r>
              <a:rPr kumimoji="1"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7570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발표는 논문에서 사용한 </a:t>
            </a:r>
            <a:r>
              <a:rPr kumimoji="1" lang="en-US" altLang="ko-KR"/>
              <a:t>LSTM-Autoencoder </a:t>
            </a:r>
            <a:r>
              <a:rPr kumimoji="1" lang="ko-KR" altLang="en-US"/>
              <a:t>와 </a:t>
            </a:r>
            <a:r>
              <a:rPr kumimoji="1" lang="en-US" altLang="ko-KR"/>
              <a:t>Complementary GAN </a:t>
            </a:r>
            <a:r>
              <a:rPr kumimoji="1" lang="ko-KR" altLang="en-US"/>
              <a:t>모델에 대해 설명하고</a:t>
            </a:r>
            <a:r>
              <a:rPr kumimoji="1" lang="en-US" altLang="ko-KR"/>
              <a:t>, </a:t>
            </a:r>
            <a:r>
              <a:rPr kumimoji="1" lang="ko-KR" altLang="en-US"/>
              <a:t>논문의 주제인 </a:t>
            </a:r>
            <a:r>
              <a:rPr kumimoji="1" lang="en-US" altLang="ko-KR"/>
              <a:t>OCAN</a:t>
            </a:r>
            <a:r>
              <a:rPr kumimoji="1" lang="ko-KR" altLang="en-US"/>
              <a:t>의 학습과정</a:t>
            </a:r>
            <a:r>
              <a:rPr kumimoji="1" lang="en-US" altLang="ko-KR"/>
              <a:t>, </a:t>
            </a:r>
            <a:r>
              <a:rPr kumimoji="1" lang="ko-KR" altLang="en-US"/>
              <a:t>그리고 실험 및 결론 순으로 진행하겠습니다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1176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668C-741A-1702-B81C-ECFCEDCB8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2F3153-FBE4-FCC6-628B-E0A26FE41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090433-6A27-B1BA-7186-8A2BDC767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이 논문에서 사용하는 모델인 </a:t>
            </a:r>
            <a:r>
              <a:rPr kumimoji="1" lang="en-US" altLang="ko-KR"/>
              <a:t>LSTM-AE</a:t>
            </a:r>
            <a:r>
              <a:rPr kumimoji="1" lang="ko-KR" altLang="en-US"/>
              <a:t>에서 </a:t>
            </a:r>
            <a:r>
              <a:rPr kumimoji="1" lang="en-US" altLang="ko-KR"/>
              <a:t>LSTM</a:t>
            </a:r>
            <a:r>
              <a:rPr kumimoji="1" lang="ko-KR" altLang="en-US"/>
              <a:t>과 </a:t>
            </a:r>
            <a:r>
              <a:rPr kumimoji="1" lang="ko-KR" altLang="en-US" err="1"/>
              <a:t>오토인코더에</a:t>
            </a:r>
            <a:r>
              <a:rPr kumimoji="1" lang="ko-KR" altLang="en-US"/>
              <a:t> 대해 간단하게 말씀드리겠습니다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먼저 </a:t>
            </a:r>
            <a:r>
              <a:rPr kumimoji="1" lang="en-US" altLang="ko-KR"/>
              <a:t>LSTM</a:t>
            </a:r>
            <a:r>
              <a:rPr kumimoji="1" lang="ko-KR" altLang="en-US"/>
              <a:t>은 기존 </a:t>
            </a:r>
            <a:r>
              <a:rPr kumimoji="1" lang="en-US" altLang="ko-KR"/>
              <a:t>RNN</a:t>
            </a:r>
            <a:r>
              <a:rPr kumimoji="1" lang="ko-KR" altLang="en-US"/>
              <a:t>과 달리 과거 정보 중 잊을 정보를 결정하는 </a:t>
            </a:r>
            <a:r>
              <a:rPr kumimoji="1" lang="en-US" altLang="ko-KR"/>
              <a:t>Forget Gate</a:t>
            </a:r>
            <a:r>
              <a:rPr kumimoji="1" lang="ko-KR" altLang="en-US"/>
              <a:t>가 존재합니다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해당 게이트를 바탕으로 </a:t>
            </a:r>
            <a:r>
              <a:rPr kumimoji="1" lang="en-US" altLang="ko-KR"/>
              <a:t>LSTM</a:t>
            </a:r>
            <a:r>
              <a:rPr kumimoji="1" lang="ko-KR" altLang="en-US"/>
              <a:t>의 </a:t>
            </a:r>
            <a:r>
              <a:rPr kumimoji="1" lang="en-US" altLang="ko-KR"/>
              <a:t>Cell State</a:t>
            </a:r>
            <a:r>
              <a:rPr kumimoji="1" lang="ko-KR" altLang="en-US"/>
              <a:t>는 정보를 유연하게 처리해 갱신하게 되고 이를 통해 기존 </a:t>
            </a:r>
            <a:r>
              <a:rPr kumimoji="1" lang="en-US" altLang="ko-KR"/>
              <a:t>RNN</a:t>
            </a:r>
            <a:r>
              <a:rPr kumimoji="1" lang="ko-KR" altLang="en-US"/>
              <a:t>의 장기 의존성 문제를 보완해줍니다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다음으로 </a:t>
            </a:r>
            <a:r>
              <a:rPr kumimoji="1" lang="en-US" altLang="ko-KR"/>
              <a:t>Autoencoder</a:t>
            </a:r>
            <a:r>
              <a:rPr kumimoji="1" lang="ko-KR" altLang="en-US"/>
              <a:t>는 </a:t>
            </a:r>
            <a:r>
              <a:rPr kumimoji="1" lang="en-US" altLang="ko-KR"/>
              <a:t>Encoder</a:t>
            </a:r>
            <a:r>
              <a:rPr kumimoji="1" lang="ko-KR" altLang="en-US"/>
              <a:t>에서 입력 데이터를 저차원으로 압축해 특징을 추출하고 이를 </a:t>
            </a:r>
            <a:r>
              <a:rPr kumimoji="1" lang="en-US" altLang="ko-KR"/>
              <a:t>Latent Vector</a:t>
            </a:r>
            <a:r>
              <a:rPr kumimoji="1" lang="ko-KR" altLang="en-US" err="1"/>
              <a:t>에</a:t>
            </a:r>
            <a:r>
              <a:rPr kumimoji="1" lang="ko-KR" altLang="en-US"/>
              <a:t> 저장합니다</a:t>
            </a:r>
            <a:r>
              <a:rPr kumimoji="1" lang="en-US" altLang="ko-KR"/>
              <a:t>.</a:t>
            </a:r>
            <a:r>
              <a:rPr kumimoji="1" lang="ko-KR" altLang="en-US"/>
              <a:t> </a:t>
            </a:r>
            <a:endParaRPr kumimoji="1"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이후에 </a:t>
            </a:r>
            <a:r>
              <a:rPr kumimoji="1" lang="en-US" altLang="ko-KR"/>
              <a:t>Decoder</a:t>
            </a:r>
            <a:r>
              <a:rPr kumimoji="1" lang="ko-KR" altLang="en-US"/>
              <a:t>가 </a:t>
            </a:r>
            <a:r>
              <a:rPr kumimoji="1" lang="en-US" altLang="ko-KR"/>
              <a:t>Latent Vector</a:t>
            </a:r>
            <a:r>
              <a:rPr kumimoji="1" lang="ko-KR" altLang="en-US"/>
              <a:t>의 </a:t>
            </a:r>
            <a:r>
              <a:rPr kumimoji="1" lang="ko-KR" altLang="en-US" err="1"/>
              <a:t>저차원</a:t>
            </a:r>
            <a:r>
              <a:rPr kumimoji="1" lang="ko-KR" altLang="en-US"/>
              <a:t> 데이터 표현을 바탕으로 확장하여 원본과 유사한 데이터를 출력합니다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A2502D-FE63-6B07-A494-6D323209E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30108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9869B-DA3C-62A1-C0CE-F4EF10B0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F26314-7122-0B27-D761-608F16EB7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241D68-9555-D695-8131-39733EBB1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해당 논문에서 사용한 </a:t>
            </a:r>
            <a:r>
              <a:rPr kumimoji="1" lang="en-US" altLang="ko-KR"/>
              <a:t>LSTM-AE </a:t>
            </a:r>
            <a:r>
              <a:rPr kumimoji="1" lang="ko-KR" altLang="en-US"/>
              <a:t>모델의 전반적인 구조는 좌측 이미지와 같습니다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먼저 </a:t>
            </a:r>
            <a:r>
              <a:rPr kumimoji="1" lang="ko-KR" altLang="en-US" err="1"/>
              <a:t>오토인코더의</a:t>
            </a:r>
            <a:r>
              <a:rPr kumimoji="1" lang="ko-KR" altLang="en-US"/>
              <a:t> 인코더</a:t>
            </a:r>
            <a:r>
              <a:rPr kumimoji="1" lang="en-US" altLang="ko-KR"/>
              <a:t>, </a:t>
            </a:r>
            <a:r>
              <a:rPr kumimoji="1" lang="ko-KR" altLang="en-US" err="1"/>
              <a:t>디코더를</a:t>
            </a:r>
            <a:r>
              <a:rPr kumimoji="1" lang="ko-KR" altLang="en-US"/>
              <a:t> </a:t>
            </a:r>
            <a:r>
              <a:rPr kumimoji="1" lang="en-US" altLang="ko-KR"/>
              <a:t>LSTM</a:t>
            </a:r>
            <a:r>
              <a:rPr kumimoji="1" lang="ko-KR" altLang="en-US" err="1"/>
              <a:t>으로</a:t>
            </a:r>
            <a:r>
              <a:rPr kumimoji="1" lang="ko-KR" altLang="en-US"/>
              <a:t> 되어있는데</a:t>
            </a:r>
            <a:r>
              <a:rPr kumimoji="1" lang="en-US" altLang="ko-KR"/>
              <a:t>, </a:t>
            </a:r>
            <a:r>
              <a:rPr kumimoji="1" lang="ko-KR" altLang="en-US"/>
              <a:t>이는 데이터 시퀀스의 시간적인 흐름을 잘 고려하도록 해줍니다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또한 </a:t>
            </a:r>
            <a:r>
              <a:rPr kumimoji="1" lang="en-US" altLang="ko-KR"/>
              <a:t>LSTM</a:t>
            </a:r>
            <a:r>
              <a:rPr kumimoji="1" lang="ko-KR" altLang="en-US"/>
              <a:t>의 </a:t>
            </a:r>
            <a:r>
              <a:rPr kumimoji="1" lang="ko-KR" altLang="en-US" err="1"/>
              <a:t>파라미터중</a:t>
            </a:r>
            <a:r>
              <a:rPr kumimoji="1" lang="ko-KR" altLang="en-US"/>
              <a:t> </a:t>
            </a:r>
            <a:r>
              <a:rPr kumimoji="1" lang="en-US" altLang="ko-KR" err="1"/>
              <a:t>return_sequences</a:t>
            </a:r>
            <a:r>
              <a:rPr kumimoji="1" lang="ko-KR" altLang="en-US" err="1"/>
              <a:t>를</a:t>
            </a:r>
            <a:r>
              <a:rPr kumimoji="1" lang="ko-KR" altLang="en-US"/>
              <a:t> </a:t>
            </a:r>
            <a:r>
              <a:rPr kumimoji="1" lang="en-US" altLang="ko-KR"/>
              <a:t>True</a:t>
            </a:r>
            <a:r>
              <a:rPr kumimoji="1" lang="ko-KR" altLang="en-US"/>
              <a:t>로 설정하면</a:t>
            </a:r>
            <a:r>
              <a:rPr kumimoji="1" lang="en-US" altLang="ko-KR"/>
              <a:t>, </a:t>
            </a:r>
            <a:r>
              <a:rPr kumimoji="1" lang="ko-KR" altLang="en-US"/>
              <a:t>마지막 </a:t>
            </a:r>
            <a:r>
              <a:rPr kumimoji="1" lang="ko-KR" altLang="en-US" err="1"/>
              <a:t>타임스텝뿐만</a:t>
            </a:r>
            <a:r>
              <a:rPr kumimoji="1" lang="ko-KR" altLang="en-US"/>
              <a:t> 아니라 모든 타임스텝에서 </a:t>
            </a:r>
            <a:r>
              <a:rPr kumimoji="1" lang="en-US" altLang="ko-KR"/>
              <a:t>output</a:t>
            </a:r>
            <a:r>
              <a:rPr kumimoji="1" lang="ko-KR" altLang="en-US"/>
              <a:t>을 출력할 수 있게 되고</a:t>
            </a:r>
            <a:r>
              <a:rPr kumimoji="1" lang="en-US" altLang="ko-KR"/>
              <a:t>, </a:t>
            </a:r>
            <a:r>
              <a:rPr kumimoji="1" lang="ko-KR" altLang="en-US"/>
              <a:t>이를 통해 시퀀스를 보존할 수</a:t>
            </a:r>
            <a:r>
              <a:rPr kumimoji="1" lang="en-US" altLang="ko-KR"/>
              <a:t> </a:t>
            </a:r>
            <a:r>
              <a:rPr kumimoji="1" lang="ko-KR" altLang="en-US"/>
              <a:t>있습니다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다음으로 시퀀스 데이터를 처리하는 과정에서 추가로 사용된 두 가지의 기능이 더 있는데 먼저 </a:t>
            </a:r>
            <a:r>
              <a:rPr kumimoji="1" lang="en-US" altLang="ko-KR" err="1"/>
              <a:t>RepeatVector</a:t>
            </a:r>
            <a:r>
              <a:rPr kumimoji="1" lang="ko-KR" altLang="en-US"/>
              <a:t>는 인코더의 최종 </a:t>
            </a:r>
            <a:r>
              <a:rPr kumimoji="1" lang="en-US" altLang="ko-KR"/>
              <a:t>output</a:t>
            </a:r>
            <a:r>
              <a:rPr kumimoji="1" lang="ko-KR" altLang="en-US"/>
              <a:t>의 </a:t>
            </a:r>
            <a:r>
              <a:rPr kumimoji="1" lang="en-US" altLang="ko-KR"/>
              <a:t>shape</a:t>
            </a:r>
            <a:r>
              <a:rPr kumimoji="1" lang="ko-KR" altLang="en-US" err="1"/>
              <a:t>를</a:t>
            </a:r>
            <a:r>
              <a:rPr kumimoji="1" lang="ko-KR" altLang="en-US"/>
              <a:t> </a:t>
            </a:r>
            <a:r>
              <a:rPr kumimoji="1" lang="en-US" altLang="ko-KR"/>
              <a:t>decoder</a:t>
            </a:r>
            <a:r>
              <a:rPr kumimoji="1" lang="ko-KR" altLang="en-US"/>
              <a:t>의 입력 형태에 맞게 변환시켜주는 역할을 합니다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그리고 </a:t>
            </a:r>
            <a:r>
              <a:rPr kumimoji="1" lang="en-US" altLang="ko-KR" err="1"/>
              <a:t>TimeDistributed</a:t>
            </a:r>
            <a:r>
              <a:rPr kumimoji="1" lang="ko-KR" altLang="en-US"/>
              <a:t>는 </a:t>
            </a:r>
            <a:r>
              <a:rPr kumimoji="1" lang="ko-KR" altLang="en-US" err="1"/>
              <a:t>디코더의</a:t>
            </a:r>
            <a:r>
              <a:rPr kumimoji="1" lang="ko-KR" altLang="en-US"/>
              <a:t> 최종 </a:t>
            </a:r>
            <a:r>
              <a:rPr kumimoji="1" lang="en-US" altLang="ko-KR"/>
              <a:t>output</a:t>
            </a:r>
            <a:r>
              <a:rPr kumimoji="1" lang="ko-KR" altLang="en-US"/>
              <a:t>을 시퀀스 형태로 변환해 </a:t>
            </a:r>
            <a:r>
              <a:rPr kumimoji="1" lang="en-US" altLang="ko-KR"/>
              <a:t>input</a:t>
            </a:r>
            <a:r>
              <a:rPr kumimoji="1" lang="ko-KR" altLang="en-US"/>
              <a:t> 데이터의 형태로 맞춰주는 역할을 합니다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A4886D-CB32-4494-D4A0-EFE17E19B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90391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58958-2EA7-47B4-B9A0-A0B7DD771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478E84-E4C9-B8A2-223F-C8D1DC93A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68A002-0B66-88E2-661D-416449E8A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다음으로 </a:t>
            </a:r>
            <a:r>
              <a:rPr kumimoji="1" lang="en-US" altLang="ko-KR"/>
              <a:t>complementary </a:t>
            </a:r>
            <a:r>
              <a:rPr kumimoji="1" lang="ko-KR" altLang="en-US"/>
              <a:t>즉 보완적 </a:t>
            </a:r>
            <a:r>
              <a:rPr kumimoji="1" lang="en-US" altLang="ko-KR"/>
              <a:t>GAN</a:t>
            </a:r>
            <a:r>
              <a:rPr kumimoji="1" lang="ko-KR" altLang="en-US"/>
              <a:t>을 말씀드리기 전에 먼저 일반적인 </a:t>
            </a:r>
            <a:r>
              <a:rPr kumimoji="1" lang="en-US" altLang="ko-KR"/>
              <a:t>GAN</a:t>
            </a:r>
            <a:r>
              <a:rPr kumimoji="1" lang="ko-KR" altLang="en-US" err="1"/>
              <a:t>에</a:t>
            </a:r>
            <a:r>
              <a:rPr kumimoji="1" lang="ko-KR" altLang="en-US"/>
              <a:t> 대해 말씀드리겠습니다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/>
              <a:t>GAN</a:t>
            </a:r>
            <a:r>
              <a:rPr kumimoji="1" lang="ko-KR" altLang="en-US"/>
              <a:t>에는 크게 </a:t>
            </a:r>
            <a:r>
              <a:rPr kumimoji="1" lang="en-US" altLang="ko-KR"/>
              <a:t>generator</a:t>
            </a:r>
            <a:r>
              <a:rPr kumimoji="1" lang="ko-KR" altLang="en-US"/>
              <a:t>와 </a:t>
            </a:r>
            <a:r>
              <a:rPr kumimoji="1" lang="en-US" altLang="ko-KR"/>
              <a:t>discriminator</a:t>
            </a:r>
            <a:r>
              <a:rPr kumimoji="1" lang="ko-KR" altLang="en-US"/>
              <a:t>의 동작으로 이루어지는 알고리즘입니다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여기서 </a:t>
            </a:r>
            <a:r>
              <a:rPr kumimoji="1" lang="en-US" altLang="ko-KR"/>
              <a:t>generator </a:t>
            </a:r>
            <a:r>
              <a:rPr kumimoji="1" lang="ko-KR" altLang="en-US"/>
              <a:t>즉 생성자는 데이터의 잠재공간 </a:t>
            </a:r>
            <a:r>
              <a:rPr kumimoji="1" lang="en-US" altLang="ko-KR"/>
              <a:t>z</a:t>
            </a:r>
            <a:r>
              <a:rPr kumimoji="1" lang="ko-KR" altLang="en-US"/>
              <a:t>로부터 </a:t>
            </a:r>
            <a:r>
              <a:rPr kumimoji="1" lang="en-US" altLang="ko-KR"/>
              <a:t>fake </a:t>
            </a:r>
            <a:r>
              <a:rPr kumimoji="1" lang="ko-KR" altLang="en-US"/>
              <a:t>데이터를 생성하는 역할을 합니다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다음으로 </a:t>
            </a:r>
            <a:r>
              <a:rPr kumimoji="1" lang="en-US" altLang="ko-KR"/>
              <a:t>discriminator </a:t>
            </a:r>
            <a:r>
              <a:rPr kumimoji="1" lang="ko-KR" altLang="en-US"/>
              <a:t>즉</a:t>
            </a:r>
            <a:r>
              <a:rPr kumimoji="1" lang="en-US" altLang="ko-KR"/>
              <a:t> </a:t>
            </a:r>
            <a:r>
              <a:rPr kumimoji="1" lang="ko-KR" altLang="en-US"/>
              <a:t>판별자는 이를 실제 데이터와 비교해 판별하는 역할을 합니다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아래 수식은 해당 논문에서 </a:t>
            </a:r>
            <a:r>
              <a:rPr kumimoji="1" lang="en-US" altLang="ko-KR"/>
              <a:t>GAN</a:t>
            </a:r>
            <a:r>
              <a:rPr kumimoji="1" lang="ko-KR" altLang="en-US"/>
              <a:t>의 활용에 대한 설명으로</a:t>
            </a:r>
            <a:r>
              <a:rPr kumimoji="1" lang="en-US" altLang="ko-KR"/>
              <a:t>, </a:t>
            </a:r>
            <a:r>
              <a:rPr kumimoji="1" lang="ko-KR" altLang="en-US"/>
              <a:t>하나씩 말씀드리겠습니다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먼저 수식 </a:t>
            </a:r>
            <a:r>
              <a:rPr kumimoji="1" lang="en-US" altLang="ko-KR"/>
              <a:t>1</a:t>
            </a:r>
            <a:r>
              <a:rPr kumimoji="1" lang="ko-KR" altLang="en-US"/>
              <a:t>은 </a:t>
            </a:r>
            <a:r>
              <a:rPr kumimoji="1" lang="ko-KR" altLang="en-US" err="1"/>
              <a:t>판별자</a:t>
            </a:r>
            <a:r>
              <a:rPr kumimoji="1" lang="ko-KR" altLang="en-US"/>
              <a:t> 관점에 대한 수식입니다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이 수식에서 저 </a:t>
            </a:r>
            <a:r>
              <a:rPr kumimoji="1" lang="en-US" altLang="ko-KR"/>
              <a:t>log(D(x))</a:t>
            </a:r>
            <a:r>
              <a:rPr kumimoji="1" lang="ko-KR" altLang="en-US"/>
              <a:t>는 판별자가 실제 데이터를 실제 데이터로 판별할 </a:t>
            </a:r>
            <a:r>
              <a:rPr kumimoji="1" lang="ko-KR" altLang="en-US" err="1"/>
              <a:t>기대값을</a:t>
            </a:r>
            <a:r>
              <a:rPr kumimoji="1" lang="ko-KR" altLang="en-US"/>
              <a:t> 의미하고 우측항의 </a:t>
            </a:r>
            <a:r>
              <a:rPr kumimoji="1" lang="en-US" altLang="ko-KR"/>
              <a:t>log(1-D(G(z)))</a:t>
            </a:r>
            <a:r>
              <a:rPr kumimoji="1" lang="ko-KR" altLang="en-US"/>
              <a:t>는 판별자가 </a:t>
            </a:r>
            <a:r>
              <a:rPr kumimoji="1" lang="en-US" altLang="ko-KR"/>
              <a:t>fake</a:t>
            </a:r>
            <a:r>
              <a:rPr kumimoji="1" lang="ko-KR" altLang="en-US"/>
              <a:t>데이터를 </a:t>
            </a:r>
            <a:r>
              <a:rPr kumimoji="1" lang="en-US" altLang="ko-KR"/>
              <a:t>fake</a:t>
            </a:r>
            <a:r>
              <a:rPr kumimoji="1" lang="ko-KR" altLang="en-US"/>
              <a:t>데이터로 판별하는 것을 의미합니다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err="1"/>
              <a:t>판별자</a:t>
            </a:r>
            <a:r>
              <a:rPr kumimoji="1" lang="ko-KR" altLang="en-US"/>
              <a:t> 입장에서는 해당 수식의 값이 클 수록 좋은 성능을 가지기 때문에 이를 최대화하는 방향으로 이뤄집니다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다음으로 수식 </a:t>
            </a:r>
            <a:r>
              <a:rPr kumimoji="1" lang="en-US" altLang="ko-KR"/>
              <a:t>2</a:t>
            </a:r>
            <a:r>
              <a:rPr kumimoji="1" lang="ko-KR" altLang="en-US"/>
              <a:t>는 생성자에 대한 수식으로</a:t>
            </a:r>
            <a:r>
              <a:rPr kumimoji="1" lang="en-US" altLang="ko-KR"/>
              <a:t>, </a:t>
            </a:r>
            <a:r>
              <a:rPr kumimoji="1" lang="ko-KR" altLang="en-US"/>
              <a:t>생성자 관점에서는 </a:t>
            </a:r>
            <a:r>
              <a:rPr kumimoji="1" lang="en-US" altLang="ko-KR"/>
              <a:t>fake</a:t>
            </a:r>
            <a:r>
              <a:rPr kumimoji="1" lang="ko-KR" altLang="en-US"/>
              <a:t>데이터를 실제 데이터로 속이는 것을 목표로 하기 때문에</a:t>
            </a:r>
            <a:r>
              <a:rPr kumimoji="1" lang="en-US" altLang="ko-KR"/>
              <a:t>, </a:t>
            </a:r>
            <a:r>
              <a:rPr kumimoji="1" lang="ko-KR" altLang="en-US"/>
              <a:t>저 </a:t>
            </a:r>
            <a:r>
              <a:rPr kumimoji="1" lang="en-US" altLang="ko-KR"/>
              <a:t>log(1-D(G(z)))</a:t>
            </a:r>
            <a:r>
              <a:rPr kumimoji="1" lang="ko-KR" altLang="en-US"/>
              <a:t>가 최소가 되어야 합니다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이 판별자와 생성자에 대한 관계는 수식</a:t>
            </a:r>
            <a:r>
              <a:rPr kumimoji="1" lang="en-US" altLang="ko-KR"/>
              <a:t>3</a:t>
            </a:r>
            <a:r>
              <a:rPr kumimoji="1" lang="ko-KR" altLang="en-US"/>
              <a:t>번에서 </a:t>
            </a:r>
            <a:r>
              <a:rPr kumimoji="1" lang="ko-KR" altLang="en-US" err="1"/>
              <a:t>나타나있는데</a:t>
            </a:r>
            <a:r>
              <a:rPr kumimoji="1" lang="en-US" altLang="ko-KR"/>
              <a:t>, </a:t>
            </a:r>
            <a:r>
              <a:rPr kumimoji="1" lang="ko-KR" altLang="en-US"/>
              <a:t>서로가 경쟁하는 구도인 </a:t>
            </a:r>
            <a:r>
              <a:rPr kumimoji="1" lang="en-US" altLang="ko-KR"/>
              <a:t>zero-sum game</a:t>
            </a:r>
            <a:r>
              <a:rPr kumimoji="1" lang="ko-KR" altLang="en-US"/>
              <a:t>의 양상으로 표현됩니다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ECA93C-428A-8679-746E-C82DC68AF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7434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8ADFD-7F57-8812-FF78-5F63DB7B1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C65DFC-443C-80F8-D6EB-C1E8C409D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AD7C48-62B8-A418-1873-3B2669E57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이전까지 일반적인 </a:t>
            </a:r>
            <a:r>
              <a:rPr kumimoji="1" lang="en-US" altLang="ko-KR"/>
              <a:t>GAN</a:t>
            </a:r>
            <a:r>
              <a:rPr kumimoji="1" lang="ko-KR" altLang="en-US" err="1"/>
              <a:t>에</a:t>
            </a:r>
            <a:r>
              <a:rPr kumimoji="1" lang="ko-KR" altLang="en-US"/>
              <a:t> 대해 말씀드렸고</a:t>
            </a:r>
            <a:r>
              <a:rPr kumimoji="1" lang="en-US" altLang="ko-KR"/>
              <a:t>, </a:t>
            </a:r>
            <a:r>
              <a:rPr kumimoji="1" lang="ko-KR" altLang="en-US"/>
              <a:t>이제 해당 논문에서 쓰인 </a:t>
            </a:r>
            <a:r>
              <a:rPr kumimoji="1" lang="en-US" altLang="ko-KR"/>
              <a:t>complementary GAN</a:t>
            </a:r>
            <a:r>
              <a:rPr kumimoji="1" lang="ko-KR" altLang="en-US" err="1"/>
              <a:t>에</a:t>
            </a:r>
            <a:r>
              <a:rPr kumimoji="1" lang="ko-KR" altLang="en-US"/>
              <a:t> 대해 말씀드리겠습니다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/>
              <a:t> Complementary</a:t>
            </a:r>
            <a:r>
              <a:rPr kumimoji="1" lang="ko-KR" altLang="en-US"/>
              <a:t>는 보통 보완하는 의미로 쓰이는데</a:t>
            </a:r>
            <a:r>
              <a:rPr kumimoji="1" lang="en-US" altLang="ko-KR"/>
              <a:t>, </a:t>
            </a:r>
            <a:r>
              <a:rPr kumimoji="1" lang="ko-KR" altLang="en-US"/>
              <a:t>여기서 서로가 보완한다는 말은 하나가 </a:t>
            </a:r>
            <a:r>
              <a:rPr kumimoji="1" lang="en-US" altLang="ko-KR"/>
              <a:t>A</a:t>
            </a:r>
            <a:r>
              <a:rPr kumimoji="1" lang="ko-KR" altLang="en-US" err="1"/>
              <a:t>를</a:t>
            </a:r>
            <a:r>
              <a:rPr kumimoji="1" lang="ko-KR" altLang="en-US"/>
              <a:t> 가지고 있으면 다른 하나는 </a:t>
            </a:r>
            <a:r>
              <a:rPr kumimoji="1" lang="en-US" altLang="ko-KR"/>
              <a:t>A</a:t>
            </a:r>
            <a:r>
              <a:rPr kumimoji="1" lang="ko-KR" altLang="en-US"/>
              <a:t>가 아닌 나머지를 갖고 있어야 한다는 것을 의미합니다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이는 곧 서로가 배타적이라는 것을 의미하고</a:t>
            </a:r>
            <a:r>
              <a:rPr kumimoji="1" lang="en-US" altLang="ko-KR"/>
              <a:t>, </a:t>
            </a:r>
            <a:r>
              <a:rPr kumimoji="1" lang="ko-KR" altLang="en-US"/>
              <a:t>해당 논문에서 쓰이는 </a:t>
            </a:r>
            <a:r>
              <a:rPr kumimoji="1" lang="en-US" altLang="ko-KR"/>
              <a:t>complementary</a:t>
            </a:r>
            <a:r>
              <a:rPr kumimoji="1" lang="ko-KR" altLang="en-US"/>
              <a:t>도 그런 의미로 받아들이시면 이해하기 쉽습니다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이러한 </a:t>
            </a:r>
            <a:r>
              <a:rPr kumimoji="1" lang="en-US" altLang="ko-KR"/>
              <a:t>complementary GAN</a:t>
            </a:r>
            <a:r>
              <a:rPr kumimoji="1" lang="ko-KR" altLang="en-US"/>
              <a:t>은 먼저 정상 데이터의 잠재공간과 반대 즉</a:t>
            </a:r>
            <a:r>
              <a:rPr kumimoji="1" lang="en-US" altLang="ko-KR"/>
              <a:t> </a:t>
            </a:r>
            <a:r>
              <a:rPr kumimoji="1" lang="ko-KR" altLang="en-US"/>
              <a:t>배타적인 방향으로 데이터를 생성합니다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세부적으로는 정상 데이터의 분포의 저밀도 영역에서 데이터를 생성하며</a:t>
            </a:r>
            <a:r>
              <a:rPr kumimoji="1" lang="en-US" altLang="ko-KR"/>
              <a:t>, </a:t>
            </a:r>
            <a:r>
              <a:rPr kumimoji="1" lang="ko-KR" altLang="en-US"/>
              <a:t>생성한 데이터가 고밀도 영역일 경우에는 페널티를</a:t>
            </a:r>
            <a:r>
              <a:rPr kumimoji="1" lang="en-US" altLang="ko-KR"/>
              <a:t> </a:t>
            </a:r>
            <a:r>
              <a:rPr kumimoji="1" lang="ko-KR" altLang="en-US"/>
              <a:t>부여하고 저밀도 영역에서는 보상을 부여하는 방식으로 이뤄져 있습니다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다음으로 데이터가 너무 반대방향으로 치우쳐져 있게 되면 정상 데이터와 이질적인 데이터가 되기 때문에 이를 방지하고자 범위를 제한하는 과정을 거치게 됩니다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또한 생성된 데이터끼리 </a:t>
            </a:r>
            <a:r>
              <a:rPr kumimoji="1" lang="ko-KR" altLang="en-US" err="1"/>
              <a:t>밀집되어있는</a:t>
            </a:r>
            <a:r>
              <a:rPr kumimoji="1" lang="ko-KR" altLang="en-US"/>
              <a:t> 것을 막기 위해 코사인 유사도의 제곱을 바탕으로 밀집된 데이터에 페널티를 부여하는 방식을 사용해 데이터의 다양성을 확보합니다</a:t>
            </a:r>
            <a:r>
              <a:rPr kumimoji="1" lang="en-US" altLang="ko-KR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/>
              <a:t>이러한 </a:t>
            </a:r>
            <a:r>
              <a:rPr kumimoji="1" lang="en-US" altLang="ko-KR"/>
              <a:t>complementary GAN</a:t>
            </a:r>
            <a:r>
              <a:rPr kumimoji="1" lang="ko-KR" altLang="en-US"/>
              <a:t>은 본 논문과 같이 하나의 클래스만 있거나 클래스간 불균형이 심한 상황에서도 효과적으로 </a:t>
            </a:r>
            <a:r>
              <a:rPr kumimoji="1" lang="en-US" altLang="ko-KR"/>
              <a:t>fake </a:t>
            </a:r>
            <a:r>
              <a:rPr kumimoji="1" lang="ko-KR" altLang="en-US"/>
              <a:t>데이터를 생성할 수</a:t>
            </a:r>
            <a:r>
              <a:rPr kumimoji="1" lang="en-US" altLang="ko-KR"/>
              <a:t> </a:t>
            </a:r>
            <a:r>
              <a:rPr kumimoji="1" lang="ko-KR" altLang="en-US"/>
              <a:t>있게 해줍니다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110A77-6FB5-584E-E7A7-D5DB05B86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5785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03EA1-3B19-4502-4308-14DEFCD5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8A12A4-F715-3C28-9DFC-2D8F30038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080A1B-0297-8B96-3179-203287041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다음은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의 의사코드 입니다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3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번에서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9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번까지는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LSTM-AE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가 정상 사용자 데이터셋의 각 사용자에 대해 사용자 활동 </a:t>
            </a:r>
            <a:r>
              <a:rPr lang="ko-KR" altLang="en-US" sz="2400" err="1">
                <a:latin typeface="Source Han Sans KR Medium" panose="020B0600000101010101" charset="-127"/>
                <a:ea typeface="Source Han Sans KR Medium" panose="020B0600000101010101" charset="-127"/>
              </a:rPr>
              <a:t>데이터을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재구성하고 손실 함수를 통해 파라미터를 최적화하는 과정입니다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11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번에서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14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번까지는 정상 사용자 활동을 인코딩해 특징 벡터를 생성하고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16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번에서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20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번 코드에서 이 특징 벡터로 학습을 진행하면서 손실함수를 통해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Discriminator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Generator</a:t>
            </a:r>
            <a:r>
              <a:rPr lang="ko-KR" altLang="en-US" sz="2400" err="1">
                <a:latin typeface="Source Han Sans KR Medium" panose="020B0600000101010101" charset="-127"/>
                <a:ea typeface="Source Han Sans KR Medium" panose="020B0600000101010101" charset="-127"/>
              </a:rPr>
              <a:t>를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최적화하게 됩니다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  <a:endParaRPr lang="ko-KR" altLang="en-US" sz="2400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CA8FCE-EBB2-DA4D-0DCC-CD53EDB74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24722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1CC95-DA9B-353A-2F60-4A176191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611760-14ED-7731-AC01-82625C15D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4453DA-0B3B-3AB1-9F3C-9E68C730B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다음은 이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을 통해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Fraud Detection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을 진행하는 과정입니다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LSTM-AE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Complementary GAN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두 가지를 훈련을 하지만 최종적으로는 모델 사용 시 한번에 입력을 받고 악성 사용자를 탐지하는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end to end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모델로 작동을 합니다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상단의 이미지는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Fraud Detection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시의 의사코드 입니다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LSTM-AE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가 생성한 사용자 표현 특징 벡터를 계산하고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complementary GAN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의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Discriminator</a:t>
            </a:r>
            <a:r>
              <a:rPr lang="ko-KR" altLang="en-US" sz="2400" err="1">
                <a:latin typeface="Source Han Sans KR Medium" panose="020B0600000101010101" charset="-127"/>
                <a:ea typeface="Source Han Sans KR Medium" panose="020B0600000101010101" charset="-127"/>
              </a:rPr>
              <a:t>를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통해 사용자 라벨을 판별하게 됩니다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하단의 이미지는 이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Fraud Detection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모델의 구조도 입니다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이때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Early Fraud Detection</a:t>
            </a:r>
            <a:r>
              <a:rPr lang="ko-KR" altLang="en-US" sz="2400" err="1">
                <a:latin typeface="Source Han Sans KR Medium" panose="020B0600000101010101" charset="-127"/>
                <a:ea typeface="Source Han Sans KR Medium" panose="020B0600000101010101" charset="-127"/>
              </a:rPr>
              <a:t>에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대해 설명을 드리겠습니다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모델은 유저에 대해 각 단계마다 은닉 상태를 현재 특징 벡터를 바탕으로 업데이트하게 됩니다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그리고 특정 단계에서의 사용자 표현 벡터에 은닉 상태의 정보를 저장하고 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판별자는 이를 통해 해당 사용자가 악성 사용자일 확률을 계산해 조기에 탐지가 가능하게 됩니다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BED355-08B8-5832-AAEE-2EF0A7468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5201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59D80-7569-3D01-9C56-296DBC23A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2F74E3-C53C-C4F5-57EA-EE07A4632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255806-7CA4-E15C-DED1-151EF267D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모델의 평가를 위한 실험으로 먼저 위키피디아에서 기록된 악성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,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정상 사용자가 각 약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17,000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명이 포함되어 있는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2013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년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1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월 </a:t>
            </a:r>
            <a:r>
              <a:rPr lang="ko-KR" altLang="en-US" sz="2400" err="1">
                <a:latin typeface="Source Han Sans KR Medium" panose="020B0600000101010101" charset="-127"/>
                <a:ea typeface="Source Han Sans KR Medium" panose="020B0600000101010101" charset="-127"/>
              </a:rPr>
              <a:t>부터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2014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년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7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월까지의 데이터를 사용했습니다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그리고 해당 데이터의 전처리를 위해 시퀀스의 길이가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4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에서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50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사이인 사용자만을 남겼고 약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10,500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명의 정상 사용자와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11,500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명의 악성 사용자를 확보한 후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T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번째 편집에 대한 특징 벡터를 구성하기 위해 메타 페이지 수정 여부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, 1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분 이내 수정 횟수 등의 특징을 추출했습니다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또한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,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실험에 사용한 모델의 파라미터는 우측의 이미지와 같습니다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2296AF-092C-ECDB-DCD2-6777327AA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570204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6C07-7D5B-CB05-A58E-468F9DEEF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548CED-113F-BD38-D55D-600B692F3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D4278B-3ABE-2195-C16D-426522A27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모델의 비교 모델로 사용한 것은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M-LSTM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과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OCAN-r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입니다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먼저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M-LSTM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의 경우 은닉 상태를 집적 입력해 이상치를 탐지하는 방식으로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,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표해서 보이는 반달 데이터가 악성 데이터입니다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악성 데이터의 개수에 따라 성능을 평가한 결과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1000~7000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명은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과 비슷한 성능을 보이는 것을 확인할 수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있습니다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그러나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300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개 이하에서는 성능 지표가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0</a:t>
            </a:r>
            <a:r>
              <a:rPr lang="ko-KR" altLang="en-US" sz="2400" err="1">
                <a:latin typeface="Source Han Sans KR Medium" panose="020B0600000101010101" charset="-127"/>
                <a:ea typeface="Source Han Sans KR Medium" panose="020B0600000101010101" charset="-127"/>
              </a:rPr>
              <a:t>으로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나왔고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,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이를 통해 데이터의 개수가 부족한 경우 원만한 학습이 어렵다는 것을 알 수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있습니다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다른 비교 모델인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OCAN-r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에서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Complementary GAN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 아닌 일반적인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GAN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을 사용한 모델입니다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의 특성상 하나의 데이터 클래스에서도 성능이 나오지만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complementary GAN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을 사용했을 때보다 성능이 낮게 나오는 것을 확인할 수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있습니다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해당 논문이 시사하는 점으로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 절대적으로 우수한 </a:t>
            </a:r>
            <a:r>
              <a:rPr lang="ko-KR" altLang="en-US" sz="2400" err="1">
                <a:latin typeface="Source Han Sans KR Medium" panose="020B0600000101010101" charset="-127"/>
                <a:ea typeface="Source Han Sans KR Medium" panose="020B0600000101010101" charset="-127"/>
              </a:rPr>
              <a:t>모델이라고는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할 수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없으나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,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논문 상황처럼 데이터 클래스간 불균형이 심할 경우에는 효과적인 성능을 보임을 알 수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있습니다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2400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4AE916-108E-B8FC-7BA5-09FE74F94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1949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이상으로 발표 마치겠습니다</a:t>
            </a:r>
            <a:r>
              <a:rPr kumimoji="1" lang="en-US" altLang="ko-KR"/>
              <a:t>. </a:t>
            </a:r>
            <a:r>
              <a:rPr kumimoji="1" lang="ko-KR" altLang="en-US"/>
              <a:t>감사합니다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BA058-FBB0-D745-8307-3C1658B4759D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59129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402181" y="4092709"/>
            <a:ext cx="5648474" cy="1309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4"/>
              </a:lnSpc>
              <a:spcBef>
                <a:spcPct val="0"/>
              </a:spcBef>
            </a:pPr>
            <a:r>
              <a:rPr lang="en-US" sz="7696" b="1" err="1">
                <a:solidFill>
                  <a:srgbClr val="000000"/>
                </a:solidFill>
                <a:latin typeface="+mj-lt"/>
                <a:ea typeface="Source Han Sans KR Bold"/>
                <a:cs typeface="Source Han Sans KR Bold"/>
                <a:sym typeface="Source Han Sans KR Bold"/>
              </a:rPr>
              <a:t>EcoAI</a:t>
            </a:r>
            <a:r>
              <a:rPr lang="en-US" sz="7696" b="1">
                <a:solidFill>
                  <a:srgbClr val="000000"/>
                </a:solidFill>
                <a:latin typeface="+mj-lt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7696" b="1" err="1">
                <a:solidFill>
                  <a:srgbClr val="000000"/>
                </a:solidFill>
                <a:latin typeface="+mj-lt"/>
                <a:ea typeface="Source Han Sans KR Bold"/>
                <a:cs typeface="Source Han Sans KR Bold"/>
                <a:sym typeface="Source Han Sans KR Bold"/>
              </a:rPr>
              <a:t>세미나</a:t>
            </a:r>
            <a:endParaRPr lang="en-US" sz="7696" b="1">
              <a:solidFill>
                <a:srgbClr val="000000"/>
              </a:solidFill>
              <a:latin typeface="+mj-lt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938004" y="990600"/>
            <a:ext cx="1664196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2025.04.10.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02181" y="6266522"/>
            <a:ext cx="4465218" cy="929096"/>
            <a:chOff x="0" y="-192881"/>
            <a:chExt cx="5953623" cy="1238795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-192881"/>
              <a:ext cx="5953623" cy="1238795"/>
              <a:chOff x="0" y="-38100"/>
              <a:chExt cx="1176024" cy="2447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-38100"/>
                <a:ext cx="1176024" cy="244700"/>
              </a:xfrm>
              <a:custGeom>
                <a:avLst/>
                <a:gdLst/>
                <a:ahLst/>
                <a:cxnLst/>
                <a:rect l="l" t="t" r="r" b="b"/>
                <a:pathLst>
                  <a:path w="733922" h="186926">
                    <a:moveTo>
                      <a:pt x="93463" y="0"/>
                    </a:moveTo>
                    <a:lnTo>
                      <a:pt x="640459" y="0"/>
                    </a:lnTo>
                    <a:cubicBezTo>
                      <a:pt x="665247" y="0"/>
                      <a:pt x="689020" y="9847"/>
                      <a:pt x="706548" y="27375"/>
                    </a:cubicBezTo>
                    <a:cubicBezTo>
                      <a:pt x="724075" y="44902"/>
                      <a:pt x="733922" y="68675"/>
                      <a:pt x="733922" y="93463"/>
                    </a:cubicBezTo>
                    <a:lnTo>
                      <a:pt x="733922" y="93463"/>
                    </a:lnTo>
                    <a:cubicBezTo>
                      <a:pt x="733922" y="118251"/>
                      <a:pt x="724075" y="142024"/>
                      <a:pt x="706548" y="159551"/>
                    </a:cubicBezTo>
                    <a:cubicBezTo>
                      <a:pt x="689020" y="177079"/>
                      <a:pt x="665247" y="186926"/>
                      <a:pt x="640459" y="186926"/>
                    </a:cubicBezTo>
                    <a:lnTo>
                      <a:pt x="93463" y="186926"/>
                    </a:lnTo>
                    <a:cubicBezTo>
                      <a:pt x="68675" y="186926"/>
                      <a:pt x="44902" y="177079"/>
                      <a:pt x="27375" y="159551"/>
                    </a:cubicBezTo>
                    <a:cubicBezTo>
                      <a:pt x="9847" y="142024"/>
                      <a:pt x="0" y="118251"/>
                      <a:pt x="0" y="93463"/>
                    </a:cubicBezTo>
                    <a:lnTo>
                      <a:pt x="0" y="93463"/>
                    </a:lnTo>
                    <a:cubicBezTo>
                      <a:pt x="0" y="68675"/>
                      <a:pt x="9847" y="44902"/>
                      <a:pt x="27375" y="27375"/>
                    </a:cubicBezTo>
                    <a:cubicBezTo>
                      <a:pt x="44902" y="9847"/>
                      <a:pt x="68675" y="0"/>
                      <a:pt x="93463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733922" cy="2250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739251" y="-4785"/>
              <a:ext cx="4604774" cy="8479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0"/>
                </a:lnSpc>
                <a:spcBef>
                  <a:spcPct val="0"/>
                </a:spcBef>
              </a:pPr>
              <a:r>
                <a:rPr lang="en-US" sz="3793" b="1" err="1">
                  <a:solidFill>
                    <a:srgbClr val="F9F3EF"/>
                  </a:solidFill>
                  <a:latin typeface="+mj-lt"/>
                  <a:ea typeface="Source Han Sans KR Medium"/>
                  <a:cs typeface="Source Han Sans KR Medium"/>
                  <a:sym typeface="Source Han Sans KR Medium"/>
                </a:rPr>
                <a:t>장현석</a:t>
              </a:r>
              <a:r>
                <a:rPr lang="en-US" altLang="ko-KR" sz="3793" b="1">
                  <a:solidFill>
                    <a:srgbClr val="F9F3EF"/>
                  </a:solidFill>
                  <a:latin typeface="+mj-lt"/>
                  <a:ea typeface="Source Han Sans KR Medium"/>
                  <a:cs typeface="Source Han Sans KR Medium"/>
                  <a:sym typeface="Source Han Sans KR Medium"/>
                </a:rPr>
                <a:t>, </a:t>
              </a:r>
              <a:r>
                <a:rPr lang="ko-KR" altLang="en-US" sz="3793" b="1">
                  <a:solidFill>
                    <a:srgbClr val="F9F3EF"/>
                  </a:solidFill>
                  <a:latin typeface="+mj-lt"/>
                  <a:ea typeface="Source Han Sans KR Medium"/>
                  <a:cs typeface="Source Han Sans KR Medium"/>
                  <a:sym typeface="Source Han Sans KR Medium"/>
                </a:rPr>
                <a:t>정민성</a:t>
              </a:r>
              <a:endParaRPr lang="en-US" sz="3793" b="1">
                <a:solidFill>
                  <a:srgbClr val="F9F3EF"/>
                </a:solidFill>
                <a:latin typeface="+mj-lt"/>
                <a:ea typeface="Source Han Sans KR Medium"/>
                <a:cs typeface="Source Han Sans KR Medium"/>
                <a:sym typeface="Source Han Sans KR Medium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A271D82-D989-9E85-6AAC-1E61129B53FA}"/>
              </a:ext>
            </a:extLst>
          </p:cNvPr>
          <p:cNvSpPr txBox="1"/>
          <p:nvPr/>
        </p:nvSpPr>
        <p:spPr>
          <a:xfrm>
            <a:off x="1450226" y="5273182"/>
            <a:ext cx="15448293" cy="86177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Source Han Sans KR Medium"/>
                <a:ea typeface="Source Han Sans KR Medium"/>
                <a:cs typeface="+mn-lt"/>
                <a:sym typeface="Source Han Sans KR Bold"/>
              </a:rPr>
              <a:t>One-Class Adversarial Nets for Fraud Detection</a:t>
            </a:r>
            <a:endParaRPr lang="ko-KR"/>
          </a:p>
          <a:p>
            <a:pPr>
              <a:spcBef>
                <a:spcPct val="0"/>
              </a:spcBef>
            </a:pP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(</a:t>
            </a:r>
            <a:r>
              <a:rPr lang="en-US" altLang="ko-KR" sz="2800" err="1">
                <a:latin typeface="Source Han Sans KR Medium"/>
                <a:ea typeface="Source Han Sans KR Medium"/>
              </a:rPr>
              <a:t>사기</a:t>
            </a:r>
            <a:r>
              <a:rPr lang="en-US" altLang="ko-KR" sz="2800">
                <a:latin typeface="Source Han Sans KR Medium"/>
                <a:ea typeface="Source Han Sans KR Medium"/>
              </a:rPr>
              <a:t> </a:t>
            </a:r>
            <a:r>
              <a:rPr lang="en-US" altLang="ko-KR" sz="2800" err="1">
                <a:latin typeface="Source Han Sans KR Medium"/>
                <a:ea typeface="Source Han Sans KR Medium"/>
              </a:rPr>
              <a:t>탐지를</a:t>
            </a:r>
            <a:r>
              <a:rPr lang="en-US" altLang="ko-KR" sz="2800">
                <a:latin typeface="Source Han Sans KR Medium"/>
                <a:ea typeface="Source Han Sans KR Medium"/>
              </a:rPr>
              <a:t> </a:t>
            </a:r>
            <a:r>
              <a:rPr lang="en-US" altLang="ko-KR" sz="2800" err="1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위한</a:t>
            </a: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원 </a:t>
            </a:r>
            <a:r>
              <a:rPr lang="en-US" altLang="ko-KR" sz="2800" err="1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클래스</a:t>
            </a: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2800" err="1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적대적</a:t>
            </a: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 </a:t>
            </a:r>
            <a:r>
              <a:rPr lang="en-US" altLang="ko-KR" sz="2800" err="1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네트워크</a:t>
            </a:r>
            <a:r>
              <a:rPr lang="en-US" altLang="ko-KR" sz="2800">
                <a:solidFill>
                  <a:srgbClr val="000000"/>
                </a:solidFill>
                <a:latin typeface="Source Han Sans KR Medium"/>
                <a:ea typeface="Source Han Sans KR Medium"/>
                <a:sym typeface="Source Han Sans KR Bold"/>
              </a:rPr>
              <a:t>)</a:t>
            </a:r>
            <a:endParaRPr lang="en-US" altLang="ko-KR" sz="2800">
              <a:solidFill>
                <a:srgbClr val="000000"/>
              </a:solidFill>
              <a:latin typeface="Source Han Sans KR Medium"/>
              <a:ea typeface="Source Han Sans K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117475"/>
            <a:ext cx="3045023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EB1D26"/>
                </a:solidFill>
                <a:latin typeface="+mj-lt"/>
                <a:ea typeface="Bruno Bold"/>
                <a:cs typeface="Bruno Bold"/>
                <a:sym typeface="Bruno Bold"/>
              </a:rPr>
              <a:t>CONTENTS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49CF2EC-1B4B-96A9-5A11-16A2B4FA7EBE}"/>
              </a:ext>
            </a:extLst>
          </p:cNvPr>
          <p:cNvGrpSpPr/>
          <p:nvPr/>
        </p:nvGrpSpPr>
        <p:grpSpPr>
          <a:xfrm>
            <a:off x="-77467" y="1080267"/>
            <a:ext cx="16942970" cy="7752840"/>
            <a:chOff x="-77467" y="1080266"/>
            <a:chExt cx="20045570" cy="8929359"/>
          </a:xfrm>
        </p:grpSpPr>
        <p:sp>
          <p:nvSpPr>
            <p:cNvPr id="4" name="TextBox 4"/>
            <p:cNvSpPr txBox="1"/>
            <p:nvPr/>
          </p:nvSpPr>
          <p:spPr>
            <a:xfrm>
              <a:off x="3490497" y="1094976"/>
              <a:ext cx="14278756" cy="16551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2928"/>
                </a:lnSpc>
              </a:pPr>
              <a:r>
                <a:rPr lang="en-US" altLang="ko-KR" sz="5900" b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LSTM-AE Model</a:t>
              </a:r>
              <a:endParaRPr lang="ko-KR" altLang="en-US" sz="5900" b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490497" y="3498880"/>
              <a:ext cx="13677948" cy="16551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2928"/>
                </a:lnSpc>
              </a:pPr>
              <a:r>
                <a:rPr lang="en-US" altLang="ko-KR" sz="5900" b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Complementary GAN</a:t>
              </a:r>
              <a:endParaRPr lang="ko-KR" altLang="en-US" sz="5900" b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</a:endParaRPr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758205" y="1080266"/>
              <a:ext cx="1877929" cy="1877929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758205" y="3466585"/>
              <a:ext cx="1877929" cy="1877929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073818" y="1481881"/>
              <a:ext cx="1234494" cy="11077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sz="5361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4888" y="3868200"/>
              <a:ext cx="1695769" cy="11077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sz="5361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02</a:t>
              </a:r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1697169" y="2912414"/>
              <a:ext cx="15658993" cy="36365"/>
            </a:xfrm>
            <a:prstGeom prst="line">
              <a:avLst/>
            </a:prstGeom>
            <a:ln w="25106" cap="flat">
              <a:solidFill>
                <a:srgbClr val="EB1D2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1697170" y="5335100"/>
              <a:ext cx="12834035" cy="0"/>
            </a:xfrm>
            <a:prstGeom prst="line">
              <a:avLst/>
            </a:prstGeom>
            <a:ln w="25106" cap="flat">
              <a:solidFill>
                <a:srgbClr val="EB1D2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90496" y="5867617"/>
              <a:ext cx="16477607" cy="16551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2928"/>
                </a:lnSpc>
              </a:pPr>
              <a:r>
                <a:rPr lang="en-US" altLang="ko-KR" sz="5900" b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OCAN: One-Class Adversarial Net</a:t>
              </a:r>
              <a:endParaRPr lang="ko-KR" altLang="en-US" sz="5900" b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</a:endParaRP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758205" y="5852905"/>
              <a:ext cx="1877929" cy="1877929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821878" y="6233283"/>
              <a:ext cx="1738371" cy="11077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sz="5361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03</a:t>
              </a:r>
            </a:p>
          </p:txBody>
        </p:sp>
        <p:sp>
          <p:nvSpPr>
            <p:cNvPr id="21" name="AutoShape 21"/>
            <p:cNvSpPr/>
            <p:nvPr/>
          </p:nvSpPr>
          <p:spPr>
            <a:xfrm flipV="1">
              <a:off x="1697170" y="7664385"/>
              <a:ext cx="16072083" cy="57035"/>
            </a:xfrm>
            <a:prstGeom prst="line">
              <a:avLst/>
            </a:prstGeom>
            <a:ln w="25106" cap="flat">
              <a:solidFill>
                <a:srgbClr val="EB1D2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4DA2538D-6DBC-12BF-1710-6232E243CC20}"/>
                </a:ext>
              </a:extLst>
            </p:cNvPr>
            <p:cNvSpPr txBox="1"/>
            <p:nvPr/>
          </p:nvSpPr>
          <p:spPr>
            <a:xfrm>
              <a:off x="3490496" y="8163990"/>
              <a:ext cx="12687348" cy="1437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2928"/>
                </a:lnSpc>
              </a:pP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Experiments</a:t>
              </a:r>
              <a:r>
                <a:rPr lang="ko-KR" altLang="en-US" sz="5900" b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 &amp; </a:t>
              </a:r>
              <a:r>
                <a:rPr lang="ko-KR" altLang="en-US" sz="5900" b="1" err="1">
                  <a:solidFill>
                    <a:srgbClr val="000000"/>
                  </a:solidFill>
                  <a:latin typeface="Source Han Sans KR"/>
                  <a:ea typeface="Source Han Sans KR"/>
                  <a:cs typeface="Source Han Sans KR"/>
                </a:rPr>
                <a:t>Conclusions</a:t>
              </a:r>
              <a:endParaRPr lang="ko-KR" altLang="en-US" sz="5900" b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</a:endParaRPr>
            </a:p>
          </p:txBody>
        </p:sp>
        <p:grpSp>
          <p:nvGrpSpPr>
            <p:cNvPr id="28" name="Group 6">
              <a:extLst>
                <a:ext uri="{FF2B5EF4-FFF2-40B4-BE49-F238E27FC236}">
                  <a16:creationId xmlns:a16="http://schemas.microsoft.com/office/drawing/2014/main" id="{A8030C66-14AA-4618-B6E1-915415C31A83}"/>
                </a:ext>
              </a:extLst>
            </p:cNvPr>
            <p:cNvGrpSpPr/>
            <p:nvPr/>
          </p:nvGrpSpPr>
          <p:grpSpPr>
            <a:xfrm>
              <a:off x="758204" y="8131696"/>
              <a:ext cx="1877929" cy="1877929"/>
              <a:chOff x="0" y="0"/>
              <a:chExt cx="812800" cy="812800"/>
            </a:xfrm>
          </p:grpSpPr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42CBE981-F988-B7F7-98DC-C907BB40B7A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8">
                <a:extLst>
                  <a:ext uri="{FF2B5EF4-FFF2-40B4-BE49-F238E27FC236}">
                    <a16:creationId xmlns:a16="http://schemas.microsoft.com/office/drawing/2014/main" id="{261E9CCD-2059-7499-A7D3-7958D48F4C7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sp>
          <p:nvSpPr>
            <p:cNvPr id="31" name="AutoShape 14">
              <a:extLst>
                <a:ext uri="{FF2B5EF4-FFF2-40B4-BE49-F238E27FC236}">
                  <a16:creationId xmlns:a16="http://schemas.microsoft.com/office/drawing/2014/main" id="{4BE3012E-3CE6-D6A6-1094-1DB6E592F7DB}"/>
                </a:ext>
              </a:extLst>
            </p:cNvPr>
            <p:cNvSpPr/>
            <p:nvPr/>
          </p:nvSpPr>
          <p:spPr>
            <a:xfrm flipV="1">
              <a:off x="1697170" y="9946610"/>
              <a:ext cx="13502916" cy="53600"/>
            </a:xfrm>
            <a:prstGeom prst="line">
              <a:avLst/>
            </a:prstGeom>
            <a:ln w="25106" cap="flat">
              <a:solidFill>
                <a:srgbClr val="EB1D2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12">
              <a:extLst>
                <a:ext uri="{FF2B5EF4-FFF2-40B4-BE49-F238E27FC236}">
                  <a16:creationId xmlns:a16="http://schemas.microsoft.com/office/drawing/2014/main" id="{3F705610-0DF1-5526-8AD5-68F9E7F9C917}"/>
                </a:ext>
              </a:extLst>
            </p:cNvPr>
            <p:cNvSpPr txBox="1"/>
            <p:nvPr/>
          </p:nvSpPr>
          <p:spPr>
            <a:xfrm>
              <a:off x="-77467" y="8583947"/>
              <a:ext cx="3540479" cy="96180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 sz="5350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04</a:t>
              </a:r>
              <a:endParaRPr lang="en-US" sz="5361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91A8B-6CDA-A63B-0A6F-4F6A24FDC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 descr="AutoEncoder의 모든것 (1. Revisit Deep Neural Network) - gaussian37">
            <a:extLst>
              <a:ext uri="{FF2B5EF4-FFF2-40B4-BE49-F238E27FC236}">
                <a16:creationId xmlns:a16="http://schemas.microsoft.com/office/drawing/2014/main" id="{61B6244F-CC3A-D98B-BB98-AB6F924AC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33" y="5028896"/>
            <a:ext cx="8986623" cy="4681938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C4228125-4E18-040F-BB28-C8CE8D995922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AD1C4A5-1F96-0DFD-B054-E83EA6582C43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  <a:spcBef>
                <a:spcPct val="0"/>
              </a:spcBef>
            </a:pPr>
            <a:r>
              <a:rPr lang="ko-KR" alt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</a:rPr>
              <a:t>LSTM</a:t>
            </a: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</a:rPr>
              <a:t>–AE Model</a:t>
            </a:r>
            <a:endParaRPr lang="ko-KR" altLang="en-US" sz="2800" b="1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EB090C8-BF54-4F95-7664-B6C62AA070E9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9D08CC96-A473-4490-F6E7-29EA3ED8A76A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BE054C04-C9D4-BD69-6826-35B97350306B}"/>
                </a:ext>
              </a:extLst>
            </p:cNvPr>
            <p:cNvSpPr txBox="1"/>
            <p:nvPr/>
          </p:nvSpPr>
          <p:spPr>
            <a:xfrm>
              <a:off x="900917" y="1226520"/>
              <a:ext cx="1429926" cy="22104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1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33F3F4F-CB28-FE9C-EC12-2305DA32706F}"/>
              </a:ext>
            </a:extLst>
          </p:cNvPr>
          <p:cNvSpPr txBox="1"/>
          <p:nvPr/>
        </p:nvSpPr>
        <p:spPr>
          <a:xfrm>
            <a:off x="991342" y="712140"/>
            <a:ext cx="1360849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2400">
                <a:effectLst/>
                <a:latin typeface="Source Han Sans KR Bold"/>
                <a:ea typeface="Source Han Sans KR Bold"/>
                <a:cs typeface="Calibri"/>
              </a:rPr>
              <a:t>LSTM(Long Short-Term Memory), </a:t>
            </a:r>
            <a:r>
              <a:rPr lang="en-US" altLang="ko-KR" sz="2400">
                <a:latin typeface="Source Han Sans KR Bold"/>
                <a:ea typeface="Source Han Sans KR Bold"/>
                <a:cs typeface="Calibri"/>
              </a:rPr>
              <a:t>AE(</a:t>
            </a:r>
            <a:r>
              <a:rPr lang="en-US" altLang="ko-KR" sz="2400" err="1">
                <a:latin typeface="Source Han Sans KR Bold"/>
                <a:ea typeface="Source Han Sans KR Bold"/>
                <a:cs typeface="Calibri"/>
              </a:rPr>
              <a:t>AutoEncoder</a:t>
            </a:r>
            <a:r>
              <a:rPr lang="en-US" altLang="ko-KR" sz="2400">
                <a:latin typeface="Source Han Sans KR Bold"/>
                <a:ea typeface="Source Han Sans KR Bold"/>
                <a:cs typeface="Calibri"/>
              </a:rPr>
              <a:t>)</a:t>
            </a:r>
            <a:endParaRPr lang="en-US" altLang="ko-KR" sz="2400" b="1" i="1">
              <a:effectLst/>
              <a:latin typeface="Calibri"/>
              <a:ea typeface="Source Han Sans KR Bold" panose="020B0800000000000000" pitchFamily="34" charset="-128"/>
              <a:cs typeface="Calibri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294B129-84FF-3235-A31E-74161EE0B9CC}"/>
              </a:ext>
            </a:extLst>
          </p:cNvPr>
          <p:cNvSpPr/>
          <p:nvPr/>
        </p:nvSpPr>
        <p:spPr>
          <a:xfrm>
            <a:off x="602546" y="75435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748F34-B970-A34F-BC8B-CD4ED12C32A7}"/>
              </a:ext>
            </a:extLst>
          </p:cNvPr>
          <p:cNvSpPr txBox="1"/>
          <p:nvPr/>
        </p:nvSpPr>
        <p:spPr>
          <a:xfrm>
            <a:off x="2790162" y="2481766"/>
            <a:ext cx="15376746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ko-KR" altLang="en-US" sz="2900">
              <a:latin typeface="Source Han Sans KR Medium" panose="020B0600000000000000" pitchFamily="34" charset="-128"/>
              <a:ea typeface="Source Han Sans KR Medium" panose="020B0600000000000000" pitchFamily="34" charset="-128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15D08-1561-E0C2-7EDB-F922E5290870}"/>
              </a:ext>
            </a:extLst>
          </p:cNvPr>
          <p:cNvSpPr txBox="1"/>
          <p:nvPr/>
        </p:nvSpPr>
        <p:spPr>
          <a:xfrm>
            <a:off x="1210757" y="9917668"/>
            <a:ext cx="477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/>
              <a:t>출처</a:t>
            </a:r>
            <a:r>
              <a:rPr kumimoji="1" lang="en-US" altLang="ko-KR"/>
              <a:t>: google </a:t>
            </a:r>
            <a:r>
              <a:rPr kumimoji="1" lang="ko-KR" altLang="en-US"/>
              <a:t>이미지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47339A3-5BDA-3C62-A731-AFD2355BE494}"/>
              </a:ext>
            </a:extLst>
          </p:cNvPr>
          <p:cNvGrpSpPr/>
          <p:nvPr/>
        </p:nvGrpSpPr>
        <p:grpSpPr>
          <a:xfrm>
            <a:off x="203650" y="1212008"/>
            <a:ext cx="10077927" cy="6634733"/>
            <a:chOff x="1210757" y="5523742"/>
            <a:chExt cx="10744518" cy="7073578"/>
          </a:xfrm>
        </p:grpSpPr>
        <p:pic>
          <p:nvPicPr>
            <p:cNvPr id="7" name="Picture 2" descr="RNN과 LSTM을 이해해보자! · ratsgo's blog">
              <a:extLst>
                <a:ext uri="{FF2B5EF4-FFF2-40B4-BE49-F238E27FC236}">
                  <a16:creationId xmlns:a16="http://schemas.microsoft.com/office/drawing/2014/main" id="{55BE101F-FD03-AD07-B05E-876CC86FD2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563" b="2045"/>
            <a:stretch/>
          </p:blipFill>
          <p:spPr bwMode="auto">
            <a:xfrm>
              <a:off x="1210757" y="5523742"/>
              <a:ext cx="10744518" cy="4093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모서리가 둥근 직사각형 8">
              <a:extLst>
                <a:ext uri="{FF2B5EF4-FFF2-40B4-BE49-F238E27FC236}">
                  <a16:creationId xmlns:a16="http://schemas.microsoft.com/office/drawing/2014/main" id="{A0BEBD29-E759-B516-DB30-3E9D860C3179}"/>
                </a:ext>
              </a:extLst>
            </p:cNvPr>
            <p:cNvSpPr/>
            <p:nvPr/>
          </p:nvSpPr>
          <p:spPr>
            <a:xfrm>
              <a:off x="4289364" y="6683435"/>
              <a:ext cx="1030778" cy="665018"/>
            </a:xfrm>
            <a:prstGeom prst="roundRect">
              <a:avLst/>
            </a:prstGeom>
            <a:noFill/>
            <a:ln w="38100">
              <a:solidFill>
                <a:srgbClr val="EC1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A29AB0F-8AE0-570C-E4B3-F88335245A6E}"/>
                </a:ext>
              </a:extLst>
            </p:cNvPr>
            <p:cNvSpPr txBox="1"/>
            <p:nvPr/>
          </p:nvSpPr>
          <p:spPr>
            <a:xfrm>
              <a:off x="3829265" y="8734996"/>
              <a:ext cx="43059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>
                  <a:solidFill>
                    <a:srgbClr val="FF0000"/>
                  </a:solidFill>
                  <a:ea typeface="Source Han Sans KR Bold" panose="020B0800000000000000" pitchFamily="34" charset="-128"/>
                </a:rPr>
                <a:t>단기 기억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62220B-484C-C139-8C70-EBBC8B0A0829}"/>
                </a:ext>
              </a:extLst>
            </p:cNvPr>
            <p:cNvSpPr txBox="1"/>
            <p:nvPr/>
          </p:nvSpPr>
          <p:spPr>
            <a:xfrm>
              <a:off x="4641273" y="6314103"/>
              <a:ext cx="43059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>
                  <a:solidFill>
                    <a:srgbClr val="FF0000"/>
                  </a:solidFill>
                  <a:ea typeface="Source Han Sans KR Bold" panose="020B0800000000000000" pitchFamily="34" charset="-128"/>
                </a:rPr>
                <a:t>장기 기억</a:t>
              </a:r>
            </a:p>
          </p:txBody>
        </p:sp>
        <p:sp>
          <p:nvSpPr>
            <p:cNvPr id="15" name="모서리가 둥근 직사각형 14">
              <a:extLst>
                <a:ext uri="{FF2B5EF4-FFF2-40B4-BE49-F238E27FC236}">
                  <a16:creationId xmlns:a16="http://schemas.microsoft.com/office/drawing/2014/main" id="{E4536255-B0F0-1579-DF58-B2EF690576B4}"/>
                </a:ext>
              </a:extLst>
            </p:cNvPr>
            <p:cNvSpPr/>
            <p:nvPr/>
          </p:nvSpPr>
          <p:spPr>
            <a:xfrm>
              <a:off x="4289364" y="8027109"/>
              <a:ext cx="1030778" cy="665018"/>
            </a:xfrm>
            <a:prstGeom prst="roundRect">
              <a:avLst/>
            </a:prstGeom>
            <a:noFill/>
            <a:ln w="38100">
              <a:solidFill>
                <a:srgbClr val="EC1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7164B272-9B4F-92EE-9CA6-7177ADAE1319}"/>
                </a:ext>
              </a:extLst>
            </p:cNvPr>
            <p:cNvSpPr/>
            <p:nvPr/>
          </p:nvSpPr>
          <p:spPr>
            <a:xfrm rot="16200000">
              <a:off x="5432773" y="11045366"/>
              <a:ext cx="2101440" cy="1002468"/>
            </a:xfrm>
            <a:prstGeom prst="roundRect">
              <a:avLst/>
            </a:prstGeom>
            <a:noFill/>
            <a:ln w="38100">
              <a:solidFill>
                <a:srgbClr val="EC1D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9C32AA07-BED6-6218-4FA5-16D2E5B513E2}"/>
              </a:ext>
            </a:extLst>
          </p:cNvPr>
          <p:cNvCxnSpPr>
            <a:cxnSpLocks/>
          </p:cNvCxnSpPr>
          <p:nvPr/>
        </p:nvCxnSpPr>
        <p:spPr>
          <a:xfrm>
            <a:off x="10457414" y="1311694"/>
            <a:ext cx="0" cy="8247942"/>
          </a:xfrm>
          <a:prstGeom prst="line">
            <a:avLst/>
          </a:prstGeom>
          <a:ln w="57150">
            <a:solidFill>
              <a:srgbClr val="1A1A1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343F72A-A3F0-1B6C-99B6-7C74E3E93331}"/>
              </a:ext>
            </a:extLst>
          </p:cNvPr>
          <p:cNvSpPr txBox="1"/>
          <p:nvPr/>
        </p:nvSpPr>
        <p:spPr>
          <a:xfrm>
            <a:off x="10796530" y="1444694"/>
            <a:ext cx="6855425" cy="11416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Source Han Sans KR Medium"/>
                <a:ea typeface="Source Han Sans KR Medium"/>
              </a:rPr>
              <a:t>LSTM</a:t>
            </a:r>
            <a:endParaRPr lang="en-US" altLang="ko-KR" sz="2400" b="1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/>
                <a:ea typeface="Source Han Sans KR Medium"/>
              </a:rPr>
              <a:t>(Forget Gate) </a:t>
            </a:r>
            <a:r>
              <a:rPr kumimoji="1" lang="ko-KR" altLang="en-US" sz="2400">
                <a:latin typeface="Source Han Sans KR Medium"/>
                <a:ea typeface="Source Han Sans KR Medium"/>
              </a:rPr>
              <a:t>과거 정보 중 잊을 정보를 결정</a:t>
            </a:r>
            <a:endParaRPr kumimoji="1" lang="en-US" altLang="ko-KR" sz="2400">
              <a:latin typeface="Source Han Sans KR Medium"/>
              <a:ea typeface="Source Han Sans KR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DF4BB7-C00F-7FA6-A18E-CACE6A94B8B5}"/>
              </a:ext>
            </a:extLst>
          </p:cNvPr>
          <p:cNvSpPr txBox="1"/>
          <p:nvPr/>
        </p:nvSpPr>
        <p:spPr>
          <a:xfrm>
            <a:off x="10796530" y="2519180"/>
            <a:ext cx="6855425" cy="587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(Cell State)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과거 정보를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더 오랫동안 기억</a:t>
            </a:r>
            <a:r>
              <a:rPr kumimoji="1" lang="ko-KR" altLang="en-US" sz="16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223747E9-1DD3-F81D-6EE5-7C1D07C099FE}"/>
              </a:ext>
            </a:extLst>
          </p:cNvPr>
          <p:cNvSpPr/>
          <p:nvPr/>
        </p:nvSpPr>
        <p:spPr>
          <a:xfrm>
            <a:off x="10872114" y="3428172"/>
            <a:ext cx="406556" cy="312552"/>
          </a:xfrm>
          <a:prstGeom prst="rightArrow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95EA40-E435-6A31-A701-4578D26C0794}"/>
              </a:ext>
            </a:extLst>
          </p:cNvPr>
          <p:cNvSpPr txBox="1"/>
          <p:nvPr/>
        </p:nvSpPr>
        <p:spPr>
          <a:xfrm>
            <a:off x="11461549" y="3377753"/>
            <a:ext cx="502088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ko-KR" altLang="en-US" sz="2400">
                <a:solidFill>
                  <a:sysClr val="windowText" lastClr="000000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기존 </a:t>
            </a:r>
            <a:r>
              <a:rPr kumimoji="1" lang="en-US" altLang="ko-KR" sz="2400">
                <a:solidFill>
                  <a:sysClr val="windowText" lastClr="000000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RNN</a:t>
            </a:r>
            <a:r>
              <a:rPr kumimoji="1" lang="ko-KR" altLang="en-US" sz="2400">
                <a:solidFill>
                  <a:sysClr val="windowText" lastClr="000000"/>
                </a:solidFill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의 장기 의존성 문제 해결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7C7930-C949-A50F-4B4D-1875CDE467ED}"/>
              </a:ext>
            </a:extLst>
          </p:cNvPr>
          <p:cNvSpPr txBox="1"/>
          <p:nvPr/>
        </p:nvSpPr>
        <p:spPr>
          <a:xfrm>
            <a:off x="10752833" y="3994116"/>
            <a:ext cx="7331512" cy="3911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AE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(Encoder)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입력 데이터를 저차원으로 압축해 특징 추출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(Latent Vector) Encoder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에서 얻어진 </a:t>
            </a: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저차원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데이터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,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데이터의 핵심 정보를 </a:t>
            </a: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담고있음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(Decoder) Latent Vector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의 </a:t>
            </a:r>
            <a:r>
              <a:rPr kumimoji="1" lang="ko-KR" altLang="en-US" sz="2400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저차원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데이터 표현을 확장해 원본과 유사한 데이터 출력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F0858F-93EF-3EE2-11B0-28C155957FEC}"/>
              </a:ext>
            </a:extLst>
          </p:cNvPr>
          <p:cNvSpPr txBox="1"/>
          <p:nvPr/>
        </p:nvSpPr>
        <p:spPr>
          <a:xfrm>
            <a:off x="4401669" y="5506341"/>
            <a:ext cx="207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>
                <a:solidFill>
                  <a:srgbClr val="EC1D26"/>
                </a:solidFill>
                <a:latin typeface="Source Han Sans KR Bold" panose="020B0800000000000000" pitchFamily="34" charset="-128"/>
              </a:rPr>
              <a:t>Latent Vector</a:t>
            </a:r>
            <a:endParaRPr kumimoji="1" lang="ko-KR" altLang="en-US">
              <a:solidFill>
                <a:srgbClr val="EC1D26"/>
              </a:solidFill>
              <a:latin typeface="Source Han Sans KR Bold" panose="020B0800000000000000" pitchFamily="34" charset="-12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4753FD-53C2-B868-B7BC-8EA996F0440B}"/>
              </a:ext>
            </a:extLst>
          </p:cNvPr>
          <p:cNvSpPr txBox="1"/>
          <p:nvPr/>
        </p:nvSpPr>
        <p:spPr>
          <a:xfrm>
            <a:off x="8628938" y="9313250"/>
            <a:ext cx="1160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800">
                <a:solidFill>
                  <a:srgbClr val="7E7E7E"/>
                </a:solidFill>
              </a:rPr>
              <a:t>&lt;AE&gt;</a:t>
            </a:r>
            <a:endParaRPr kumimoji="1" lang="ko-KR" altLang="en-US" sz="280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679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B178A-A727-19F0-E46F-FE8236F24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A00CFB5-C06A-5E3B-4A1E-FA00E72C093F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2E54676-AFB6-2792-D65A-E3F9ADD1B320}"/>
              </a:ext>
            </a:extLst>
          </p:cNvPr>
          <p:cNvSpPr txBox="1"/>
          <p:nvPr/>
        </p:nvSpPr>
        <p:spPr>
          <a:xfrm>
            <a:off x="757128" y="-135122"/>
            <a:ext cx="9457804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  <a:spcBef>
                <a:spcPct val="0"/>
              </a:spcBef>
            </a:pPr>
            <a:r>
              <a:rPr lang="en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</a:rPr>
              <a:t>LSTM–AE Model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EBA7F5D-3C47-A464-F7B2-B2A6B8B5AD37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1781803D-A4F1-34E4-14E7-81BCA3E9BC89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E73CEF07-FAE3-528B-8FAE-6926B931E7F1}"/>
                </a:ext>
              </a:extLst>
            </p:cNvPr>
            <p:cNvSpPr txBox="1"/>
            <p:nvPr/>
          </p:nvSpPr>
          <p:spPr>
            <a:xfrm>
              <a:off x="900917" y="1226520"/>
              <a:ext cx="1429926" cy="22104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1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9296A5E-D2AB-554D-CF9C-3DDCC9C77449}"/>
              </a:ext>
            </a:extLst>
          </p:cNvPr>
          <p:cNvSpPr txBox="1"/>
          <p:nvPr/>
        </p:nvSpPr>
        <p:spPr>
          <a:xfrm>
            <a:off x="991342" y="712140"/>
            <a:ext cx="1360849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2400">
                <a:effectLst/>
                <a:latin typeface="Source Han Sans KR Bold"/>
                <a:ea typeface="Source Han Sans KR Bold"/>
                <a:cs typeface="Calibri"/>
              </a:rPr>
              <a:t>LSTM-AE </a:t>
            </a:r>
            <a:r>
              <a:rPr lang="ko-KR" altLang="en-US" sz="2400">
                <a:latin typeface="Source Han Sans KR Bold"/>
                <a:ea typeface="Source Han Sans KR Bold"/>
                <a:cs typeface="Calibri"/>
              </a:rPr>
              <a:t>모델 특징</a:t>
            </a:r>
            <a:r>
              <a:rPr lang="en-US" altLang="ko-KR" sz="2400">
                <a:effectLst/>
                <a:latin typeface="Source Han Sans KR Bold"/>
                <a:ea typeface="Source Han Sans KR Bold"/>
                <a:cs typeface="Calibri"/>
              </a:rPr>
              <a:t> </a:t>
            </a:r>
            <a:endParaRPr lang="ko-KR" altLang="en-US" sz="2400" b="1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E4F6E1F-FC13-76E2-E2CB-F82C08307C62}"/>
              </a:ext>
            </a:extLst>
          </p:cNvPr>
          <p:cNvSpPr/>
          <p:nvPr/>
        </p:nvSpPr>
        <p:spPr>
          <a:xfrm>
            <a:off x="602546" y="75435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5CD20C-5DF9-3390-861C-AAADF0CAFB36}"/>
              </a:ext>
            </a:extLst>
          </p:cNvPr>
          <p:cNvSpPr txBox="1"/>
          <p:nvPr/>
        </p:nvSpPr>
        <p:spPr>
          <a:xfrm>
            <a:off x="2790162" y="2481766"/>
            <a:ext cx="15376746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ko-KR" altLang="en-US" sz="2900">
              <a:latin typeface="Source Han Sans KR Medium" panose="020B0600000000000000" pitchFamily="34" charset="-128"/>
              <a:ea typeface="Source Han Sans KR Medium" panose="020B0600000000000000" pitchFamily="34" charset="-128"/>
              <a:cs typeface="Calibri"/>
            </a:endParaRPr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834EC679-7AB8-636D-B6C0-1E7DCFB748EB}"/>
              </a:ext>
            </a:extLst>
          </p:cNvPr>
          <p:cNvCxnSpPr>
            <a:cxnSpLocks/>
          </p:cNvCxnSpPr>
          <p:nvPr/>
        </p:nvCxnSpPr>
        <p:spPr>
          <a:xfrm>
            <a:off x="10457414" y="1311694"/>
            <a:ext cx="0" cy="8247942"/>
          </a:xfrm>
          <a:prstGeom prst="line">
            <a:avLst/>
          </a:prstGeom>
          <a:ln w="57150">
            <a:solidFill>
              <a:srgbClr val="1A1A1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F42F21F-A371-D63F-72E3-F74AB8EB50E6}"/>
              </a:ext>
            </a:extLst>
          </p:cNvPr>
          <p:cNvSpPr txBox="1"/>
          <p:nvPr/>
        </p:nvSpPr>
        <p:spPr>
          <a:xfrm>
            <a:off x="10796530" y="1444694"/>
            <a:ext cx="6855425" cy="3357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LSTM-AE </a:t>
            </a:r>
            <a:r>
              <a:rPr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결합 모델의 구조</a:t>
            </a:r>
            <a:endParaRPr lang="en-US" altLang="ko-KR" sz="2400" b="1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/>
                <a:ea typeface="Source Han Sans KR Medium"/>
              </a:rPr>
              <a:t>Encoder</a:t>
            </a:r>
            <a:r>
              <a:rPr kumimoji="1" lang="ko-KR" altLang="en-US" sz="2400">
                <a:latin typeface="Source Han Sans KR Medium"/>
                <a:ea typeface="Source Han Sans KR Medium"/>
              </a:rPr>
              <a:t>와 </a:t>
            </a:r>
            <a:r>
              <a:rPr kumimoji="1" lang="en-US" altLang="ko-KR" sz="2400">
                <a:latin typeface="Source Han Sans KR Medium"/>
                <a:ea typeface="Source Han Sans KR Medium"/>
              </a:rPr>
              <a:t>Decoder</a:t>
            </a:r>
            <a:r>
              <a:rPr kumimoji="1" lang="ko-KR" altLang="en-US" sz="2400" err="1">
                <a:latin typeface="Source Han Sans KR Medium"/>
                <a:ea typeface="Source Han Sans KR Medium"/>
              </a:rPr>
              <a:t>를</a:t>
            </a:r>
            <a:r>
              <a:rPr kumimoji="1" lang="ko-KR" altLang="en-US" sz="2400">
                <a:latin typeface="Source Han Sans KR Medium"/>
                <a:ea typeface="Source Han Sans KR Medium"/>
              </a:rPr>
              <a:t> </a:t>
            </a:r>
            <a:r>
              <a:rPr kumimoji="1" lang="en-US" altLang="ko-KR" sz="2400">
                <a:latin typeface="Source Han Sans KR Medium"/>
                <a:ea typeface="Source Han Sans KR Medium"/>
              </a:rPr>
              <a:t>LSTM</a:t>
            </a:r>
            <a:r>
              <a:rPr kumimoji="1" lang="ko-KR" altLang="en-US" sz="2400" err="1">
                <a:latin typeface="Source Han Sans KR Medium"/>
                <a:ea typeface="Source Han Sans KR Medium"/>
              </a:rPr>
              <a:t>으로</a:t>
            </a:r>
            <a:r>
              <a:rPr kumimoji="1" lang="ko-KR" altLang="en-US" sz="2400">
                <a:latin typeface="Source Han Sans KR Medium"/>
                <a:ea typeface="Source Han Sans KR Medium"/>
              </a:rPr>
              <a:t> 설정</a:t>
            </a:r>
            <a:endParaRPr kumimoji="1" lang="en-US" altLang="ko-KR" sz="2400">
              <a:latin typeface="Source Han Sans KR Medium"/>
              <a:ea typeface="Source Han Sans KR Medium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/>
                <a:ea typeface="Source Han Sans KR Medium"/>
              </a:rPr>
              <a:t>시간적인 흐름을 고려할 수</a:t>
            </a:r>
            <a:r>
              <a:rPr kumimoji="1" lang="en-US" altLang="ko-KR" sz="2400">
                <a:latin typeface="Source Han Sans KR Medium"/>
                <a:ea typeface="Source Han Sans KR Medium"/>
              </a:rPr>
              <a:t> </a:t>
            </a:r>
            <a:r>
              <a:rPr kumimoji="1" lang="ko-KR" altLang="en-US" sz="2400">
                <a:latin typeface="Source Han Sans KR Medium"/>
                <a:ea typeface="Source Han Sans KR Medium"/>
              </a:rPr>
              <a:t>있음</a:t>
            </a:r>
            <a:endParaRPr kumimoji="1" lang="en-US" altLang="ko-KR" sz="2400">
              <a:latin typeface="Source Han Sans KR Medium"/>
              <a:ea typeface="Source Han Sans KR Medium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 err="1">
                <a:latin typeface="Source Han Sans KR Medium"/>
                <a:ea typeface="Source Han Sans KR Medium"/>
              </a:rPr>
              <a:t>return_sequences</a:t>
            </a:r>
            <a:r>
              <a:rPr kumimoji="1" lang="en-US" altLang="ko-KR" sz="2400">
                <a:latin typeface="Source Han Sans KR Medium"/>
                <a:ea typeface="Source Han Sans KR Medium"/>
              </a:rPr>
              <a:t> = True</a:t>
            </a:r>
          </a:p>
          <a:p>
            <a:pPr marL="1714500" lvl="3" indent="-342900">
              <a:lnSpc>
                <a:spcPct val="150000"/>
              </a:lnSpc>
              <a:buFont typeface="시스템 서체 일반체"/>
              <a:buChar char="-"/>
            </a:pPr>
            <a:r>
              <a:rPr kumimoji="1" lang="ko-KR" altLang="en-US" sz="2400">
                <a:latin typeface="Source Han Sans KR Medium"/>
                <a:ea typeface="Source Han Sans KR Medium"/>
              </a:rPr>
              <a:t>모든 </a:t>
            </a:r>
            <a:r>
              <a:rPr kumimoji="1" lang="en-US" altLang="ko-KR" sz="2400">
                <a:latin typeface="Source Han Sans KR Medium"/>
                <a:ea typeface="Source Han Sans KR Medium"/>
              </a:rPr>
              <a:t>time-steps</a:t>
            </a:r>
            <a:r>
              <a:rPr kumimoji="1" lang="ko-KR" altLang="en-US" sz="2400">
                <a:latin typeface="Source Han Sans KR Medium"/>
                <a:ea typeface="Source Han Sans KR Medium"/>
              </a:rPr>
              <a:t>에서 </a:t>
            </a:r>
            <a:r>
              <a:rPr kumimoji="1" lang="en-US" altLang="ko-KR" sz="2400">
                <a:latin typeface="Source Han Sans KR Medium"/>
                <a:ea typeface="Source Han Sans KR Medium"/>
              </a:rPr>
              <a:t>output </a:t>
            </a:r>
            <a:r>
              <a:rPr kumimoji="1" lang="ko-KR" altLang="en-US" sz="2400">
                <a:latin typeface="Source Han Sans KR Medium"/>
                <a:ea typeface="Source Han Sans KR Medium"/>
              </a:rPr>
              <a:t>출력</a:t>
            </a:r>
            <a:endParaRPr kumimoji="1" lang="en-US" altLang="ko-KR" sz="2400">
              <a:latin typeface="Source Han Sans KR Medium"/>
              <a:ea typeface="Source Han Sans KR Medium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400">
              <a:latin typeface="Source Han Sans KR Medium"/>
              <a:ea typeface="Source Han Sans KR Medium"/>
            </a:endParaRPr>
          </a:p>
        </p:txBody>
      </p:sp>
      <p:pic>
        <p:nvPicPr>
          <p:cNvPr id="12" name="그림 11" descr="텍스트, 스크린샷, 라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3D1640-64EC-BD0B-1CAE-FDF8354E17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41" y="1517615"/>
            <a:ext cx="8477339" cy="3436759"/>
          </a:xfrm>
          <a:prstGeom prst="rect">
            <a:avLst/>
          </a:prstGeom>
        </p:spPr>
      </p:pic>
      <p:pic>
        <p:nvPicPr>
          <p:cNvPr id="14" name="그림 13" descr="텍스트, 스크린샷, 도표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90C5A57-68DD-6374-EA03-FFFEC1012F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40" y="5173558"/>
            <a:ext cx="8477335" cy="44359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823359-4B63-ACB9-3C84-B3DBFF1C0EB3}"/>
              </a:ext>
            </a:extLst>
          </p:cNvPr>
          <p:cNvSpPr txBox="1"/>
          <p:nvPr/>
        </p:nvSpPr>
        <p:spPr>
          <a:xfrm>
            <a:off x="10331310" y="5839416"/>
            <a:ext cx="7956690" cy="28036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 b="1" err="1">
                <a:latin typeface="Source Han Sans KR Medium"/>
                <a:ea typeface="Source Han Sans KR Medium"/>
              </a:rPr>
              <a:t>RepeatVector</a:t>
            </a:r>
            <a:endParaRPr kumimoji="1" lang="en-US" altLang="ko-KR" sz="2400" b="1">
              <a:latin typeface="Source Han Sans KR Medium"/>
              <a:ea typeface="Source Han Sans KR Medium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/>
                <a:ea typeface="Source Han Sans KR Medium"/>
              </a:rPr>
              <a:t>Encoder</a:t>
            </a:r>
            <a:r>
              <a:rPr kumimoji="1" lang="ko-KR" altLang="en-US" sz="2400">
                <a:latin typeface="Source Han Sans KR Medium"/>
                <a:ea typeface="Source Han Sans KR Medium"/>
              </a:rPr>
              <a:t>의 </a:t>
            </a:r>
            <a:r>
              <a:rPr kumimoji="1" lang="en-US" altLang="ko-KR" sz="2400">
                <a:latin typeface="Source Han Sans KR Medium"/>
                <a:ea typeface="Source Han Sans KR Medium"/>
              </a:rPr>
              <a:t>output</a:t>
            </a:r>
            <a:r>
              <a:rPr kumimoji="1" lang="ko-KR" altLang="en-US" sz="2400">
                <a:latin typeface="Source Han Sans KR Medium"/>
                <a:ea typeface="Source Han Sans KR Medium"/>
              </a:rPr>
              <a:t>을 </a:t>
            </a:r>
            <a:r>
              <a:rPr kumimoji="1" lang="en-US" altLang="ko-KR" sz="2400">
                <a:latin typeface="Source Han Sans KR Medium"/>
                <a:ea typeface="Source Han Sans KR Medium"/>
              </a:rPr>
              <a:t>decoder</a:t>
            </a:r>
            <a:r>
              <a:rPr kumimoji="1" lang="ko-KR" altLang="en-US" sz="2400">
                <a:latin typeface="Source Han Sans KR Medium"/>
                <a:ea typeface="Source Han Sans KR Medium"/>
              </a:rPr>
              <a:t>의 입력 형태에 맞게 변환</a:t>
            </a:r>
            <a:endParaRPr kumimoji="1" lang="en-US" altLang="ko-KR" sz="2400">
              <a:latin typeface="Source Han Sans KR Medium"/>
              <a:ea typeface="Source Han Sans KR Medium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 b="1" err="1">
                <a:latin typeface="Source Han Sans KR Medium"/>
                <a:ea typeface="Source Han Sans KR Medium"/>
              </a:rPr>
              <a:t>TimeDistributed</a:t>
            </a:r>
            <a:endParaRPr kumimoji="1" lang="en-US" altLang="ko-KR" sz="2400" b="1">
              <a:latin typeface="Source Han Sans KR Medium"/>
              <a:ea typeface="Source Han Sans KR Medium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/>
                <a:ea typeface="Source Han Sans KR Medium"/>
              </a:rPr>
              <a:t>decoder</a:t>
            </a:r>
            <a:r>
              <a:rPr kumimoji="1" lang="ko-KR" altLang="en-US" sz="2400">
                <a:latin typeface="Source Han Sans KR Medium"/>
                <a:ea typeface="Source Han Sans KR Medium"/>
              </a:rPr>
              <a:t>의 </a:t>
            </a:r>
            <a:r>
              <a:rPr kumimoji="1" lang="en-US" altLang="ko-KR" sz="2400">
                <a:latin typeface="Source Han Sans KR Medium"/>
                <a:ea typeface="Source Han Sans KR Medium"/>
              </a:rPr>
              <a:t>output</a:t>
            </a:r>
            <a:r>
              <a:rPr kumimoji="1" lang="ko-KR" altLang="en-US" sz="2400">
                <a:latin typeface="Source Han Sans KR Medium"/>
                <a:ea typeface="Source Han Sans KR Medium"/>
              </a:rPr>
              <a:t>을 시퀀스 형태로 변환</a:t>
            </a:r>
            <a:r>
              <a:rPr kumimoji="1" lang="en-US" altLang="ko-KR" sz="2400">
                <a:latin typeface="Source Han Sans KR Medium"/>
                <a:ea typeface="Source Han Sans KR Medium"/>
              </a:rPr>
              <a:t> 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99D0D01C-9BE6-3E5C-DEBF-1C4F26D51C84}"/>
              </a:ext>
            </a:extLst>
          </p:cNvPr>
          <p:cNvSpPr/>
          <p:nvPr/>
        </p:nvSpPr>
        <p:spPr>
          <a:xfrm>
            <a:off x="6550429" y="7772299"/>
            <a:ext cx="1945178" cy="559843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F03CDFD-2150-A9EF-43E1-D82099EAFF05}"/>
              </a:ext>
            </a:extLst>
          </p:cNvPr>
          <p:cNvSpPr/>
          <p:nvPr/>
        </p:nvSpPr>
        <p:spPr>
          <a:xfrm>
            <a:off x="6550429" y="5954642"/>
            <a:ext cx="1945178" cy="559843"/>
          </a:xfrm>
          <a:prstGeom prst="roundRect">
            <a:avLst/>
          </a:prstGeom>
          <a:noFill/>
          <a:ln w="38100">
            <a:solidFill>
              <a:srgbClr val="EC1D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5B2689-B043-5B9B-2616-2448B2FD80EA}"/>
              </a:ext>
            </a:extLst>
          </p:cNvPr>
          <p:cNvSpPr txBox="1"/>
          <p:nvPr/>
        </p:nvSpPr>
        <p:spPr>
          <a:xfrm>
            <a:off x="1210757" y="9917668"/>
            <a:ext cx="477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/>
              <a:t>출처</a:t>
            </a:r>
            <a:r>
              <a:rPr kumimoji="1" lang="en-US" altLang="ko-KR"/>
              <a:t>: google </a:t>
            </a:r>
            <a:r>
              <a:rPr kumimoji="1" lang="ko-KR" altLang="en-US"/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92515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A6522-8A10-5516-04A1-4DCAB839B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C74373-3924-B711-5434-3717F234ACA6}"/>
              </a:ext>
            </a:extLst>
          </p:cNvPr>
          <p:cNvSpPr txBox="1"/>
          <p:nvPr/>
        </p:nvSpPr>
        <p:spPr>
          <a:xfrm>
            <a:off x="10779904" y="1224083"/>
            <a:ext cx="6855425" cy="2803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GAN </a:t>
            </a: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구조</a:t>
            </a:r>
            <a:endParaRPr kumimoji="1" lang="en-US" altLang="ko-KR" sz="2400" b="1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(Generator) latent space z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로부터 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fake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데이터를 생성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(Discriminator) real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데이터와 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fake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데이터를 판별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7F4243-34DC-A03E-E3DF-95FF15BD6996}"/>
              </a:ext>
            </a:extLst>
          </p:cNvPr>
          <p:cNvSpPr txBox="1"/>
          <p:nvPr/>
        </p:nvSpPr>
        <p:spPr>
          <a:xfrm>
            <a:off x="10758055" y="4259568"/>
            <a:ext cx="7130933" cy="6127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수식 </a:t>
            </a: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1(</a:t>
            </a:r>
            <a:r>
              <a:rPr kumimoji="1" lang="ko-KR" altLang="en-US" sz="2400" b="1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판별자</a:t>
            </a: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D)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log(D(x)): Real → Real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log(1 - D(G(z))): Fake → Fake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값이 클 수록 성능이 좋음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수식 </a:t>
            </a: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2(</a:t>
            </a: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생성자 </a:t>
            </a: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G)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생성자 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G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는 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Fake → Real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이 되어야 함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따라서 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log(1 - D(G(z)))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의 값이 작을수록 성능이 좋음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수식 </a:t>
            </a: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3(</a:t>
            </a:r>
            <a:r>
              <a:rPr kumimoji="1" lang="ko-KR" altLang="en-US" sz="2400" b="1" err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판별자</a:t>
            </a: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</a:t>
            </a: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D, </a:t>
            </a: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생성자</a:t>
            </a: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 G</a:t>
            </a:r>
            <a:r>
              <a:rPr kumimoji="1" lang="ko-KR" altLang="en-US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의 관계</a:t>
            </a: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서로 경쟁하는 </a:t>
            </a: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zero-sum game </a:t>
            </a: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구조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494FF41-D0FF-9697-26BA-AEE1EA2B2ABC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1B69B13-5849-2270-2EF2-EE078A5944BC}"/>
              </a:ext>
            </a:extLst>
          </p:cNvPr>
          <p:cNvSpPr txBox="1"/>
          <p:nvPr/>
        </p:nvSpPr>
        <p:spPr>
          <a:xfrm>
            <a:off x="757128" y="-135122"/>
            <a:ext cx="9457804" cy="727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  <a:spcBef>
                <a:spcPct val="0"/>
              </a:spcBef>
            </a:pPr>
            <a:r>
              <a:rPr lang="en-US" altLang="ko-KR" sz="2800" b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Complementary GAN</a:t>
            </a:r>
            <a:endParaRPr lang="ko-KR" altLang="en-US" sz="2800" b="1">
              <a:solidFill>
                <a:srgbClr val="EB1D26"/>
              </a:solidFill>
              <a:latin typeface="+mj-lt"/>
              <a:ea typeface="Source Han Sans KR Bold"/>
              <a:cs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FA35367-B314-DF8E-C539-C7709796D4E2}"/>
              </a:ext>
            </a:extLst>
          </p:cNvPr>
          <p:cNvGrpSpPr/>
          <p:nvPr/>
        </p:nvGrpSpPr>
        <p:grpSpPr>
          <a:xfrm>
            <a:off x="76200" y="-299174"/>
            <a:ext cx="545835" cy="870674"/>
            <a:chOff x="687867" y="1168165"/>
            <a:chExt cx="1915915" cy="3056122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7BC1D51D-1C7D-AF6D-231F-E6F4388104BB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8A584387-895A-900A-ED22-0A15498096FC}"/>
                </a:ext>
              </a:extLst>
            </p:cNvPr>
            <p:cNvSpPr txBox="1"/>
            <p:nvPr/>
          </p:nvSpPr>
          <p:spPr>
            <a:xfrm>
              <a:off x="725853" y="1168165"/>
              <a:ext cx="187792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2EE61D6-B687-8534-8CE0-34E04562D867}"/>
              </a:ext>
            </a:extLst>
          </p:cNvPr>
          <p:cNvSpPr txBox="1"/>
          <p:nvPr/>
        </p:nvSpPr>
        <p:spPr>
          <a:xfrm>
            <a:off x="991342" y="712140"/>
            <a:ext cx="1360849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2400">
                <a:latin typeface="Source Han Sans KR Bold" panose="020B0800000000000000" pitchFamily="34" charset="-128"/>
                <a:ea typeface="Source Han Sans KR Bold" panose="020B0800000000000000" pitchFamily="34" charset="-128"/>
                <a:cs typeface="Calibri"/>
              </a:rPr>
              <a:t>GAN</a:t>
            </a:r>
            <a:endParaRPr lang="ko-KR" altLang="en-US" sz="2400">
              <a:effectLst/>
              <a:latin typeface="Source Han Sans KR Bold" panose="020B0800000000000000" pitchFamily="34" charset="-128"/>
              <a:ea typeface="Source Han Sans KR Bold" panose="020B0800000000000000" pitchFamily="34" charset="-128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1F14007-AD4B-455C-F648-72C7B71FED41}"/>
              </a:ext>
            </a:extLst>
          </p:cNvPr>
          <p:cNvSpPr/>
          <p:nvPr/>
        </p:nvSpPr>
        <p:spPr>
          <a:xfrm>
            <a:off x="602546" y="75435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0C1ABEB6-C951-A286-656A-FB0246E66E22}"/>
              </a:ext>
            </a:extLst>
          </p:cNvPr>
          <p:cNvCxnSpPr>
            <a:cxnSpLocks/>
          </p:cNvCxnSpPr>
          <p:nvPr/>
        </p:nvCxnSpPr>
        <p:spPr>
          <a:xfrm>
            <a:off x="10457414" y="1311694"/>
            <a:ext cx="0" cy="8247942"/>
          </a:xfrm>
          <a:prstGeom prst="line">
            <a:avLst/>
          </a:prstGeom>
          <a:ln w="57150">
            <a:solidFill>
              <a:srgbClr val="1A1A1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C01EF4FC-3DD3-1946-6E08-1CAA718B55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0" y="5590636"/>
            <a:ext cx="10162642" cy="91063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756C52E-45B7-4FD1-160A-6AA8DF5B15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2" y="6875587"/>
            <a:ext cx="10162642" cy="91063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E7E6C2E-25C4-0169-5C04-94EBC2F3A7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157454"/>
            <a:ext cx="10162642" cy="910631"/>
          </a:xfrm>
          <a:prstGeom prst="rect">
            <a:avLst/>
          </a:prstGeom>
        </p:spPr>
      </p:pic>
      <p:pic>
        <p:nvPicPr>
          <p:cNvPr id="1026" name="Picture 2" descr="GAN(Generative Adversarial Networks)">
            <a:extLst>
              <a:ext uri="{FF2B5EF4-FFF2-40B4-BE49-F238E27FC236}">
                <a16:creationId xmlns:a16="http://schemas.microsoft.com/office/drawing/2014/main" id="{13F96000-EE99-6EB1-2C5D-415BAF7A8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09" y="1298415"/>
            <a:ext cx="9956679" cy="407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B87AD4-818E-7803-84A6-3D41E591E217}"/>
              </a:ext>
            </a:extLst>
          </p:cNvPr>
          <p:cNvSpPr txBox="1"/>
          <p:nvPr/>
        </p:nvSpPr>
        <p:spPr>
          <a:xfrm>
            <a:off x="1210757" y="9917668"/>
            <a:ext cx="477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/>
              <a:t>출처</a:t>
            </a:r>
            <a:r>
              <a:rPr kumimoji="1" lang="en-US" altLang="ko-KR"/>
              <a:t>: google </a:t>
            </a:r>
            <a:r>
              <a:rPr kumimoji="1" lang="ko-KR" altLang="en-US"/>
              <a:t>이미지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55D0DC-565F-B527-4C34-4CD60429E484}"/>
              </a:ext>
            </a:extLst>
          </p:cNvPr>
          <p:cNvSpPr txBox="1"/>
          <p:nvPr/>
        </p:nvSpPr>
        <p:spPr>
          <a:xfrm>
            <a:off x="9942020" y="5370494"/>
            <a:ext cx="299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800" b="1">
                <a:solidFill>
                  <a:srgbClr val="EC1D26"/>
                </a:solidFill>
                <a:ea typeface="Source Han Sans KR Bold" panose="020B0800000000000000" pitchFamily="34" charset="-128"/>
              </a:rPr>
              <a:t>1</a:t>
            </a:r>
            <a:endParaRPr kumimoji="1" lang="ko-KR" altLang="en-US" sz="2800" b="1">
              <a:solidFill>
                <a:srgbClr val="EC1D26"/>
              </a:solidFill>
              <a:ea typeface="Source Han Sans KR Bold" panose="020B0800000000000000" pitchFamily="34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EA2887-E969-FB47-E2FC-57CD586D1C10}"/>
              </a:ext>
            </a:extLst>
          </p:cNvPr>
          <p:cNvSpPr txBox="1"/>
          <p:nvPr/>
        </p:nvSpPr>
        <p:spPr>
          <a:xfrm>
            <a:off x="9946882" y="7895844"/>
            <a:ext cx="299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800" b="1">
                <a:solidFill>
                  <a:srgbClr val="EC1D26"/>
                </a:solidFill>
                <a:ea typeface="Source Han Sans KR Bold" panose="020B0800000000000000" pitchFamily="34" charset="-128"/>
              </a:rPr>
              <a:t>3</a:t>
            </a:r>
            <a:endParaRPr kumimoji="1" lang="ko-KR" altLang="en-US" sz="2800" b="1">
              <a:solidFill>
                <a:srgbClr val="EC1D26"/>
              </a:solidFill>
              <a:ea typeface="Source Han Sans KR Bold" panose="020B0800000000000000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B70417-D82D-9F76-4267-1313F39B1157}"/>
              </a:ext>
            </a:extLst>
          </p:cNvPr>
          <p:cNvSpPr txBox="1"/>
          <p:nvPr/>
        </p:nvSpPr>
        <p:spPr>
          <a:xfrm>
            <a:off x="9944790" y="6637454"/>
            <a:ext cx="299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800" b="1">
                <a:solidFill>
                  <a:srgbClr val="EC1D26"/>
                </a:solidFill>
                <a:ea typeface="Source Han Sans KR Bold" panose="020B0800000000000000" pitchFamily="34" charset="-128"/>
              </a:rPr>
              <a:t>2</a:t>
            </a:r>
            <a:endParaRPr kumimoji="1" lang="ko-KR" altLang="en-US" sz="2800" b="1">
              <a:solidFill>
                <a:srgbClr val="EC1D26"/>
              </a:solidFill>
              <a:ea typeface="Source Han Sans KR Bold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1052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0868AD-4B58-6F90-4D08-973E211C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35EF7F4-EEBA-9B9E-03D5-28AFE03CF7AE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7FD6D83-B1C7-319C-54A2-D62139F15C3B}"/>
              </a:ext>
            </a:extLst>
          </p:cNvPr>
          <p:cNvSpPr txBox="1"/>
          <p:nvPr/>
        </p:nvSpPr>
        <p:spPr>
          <a:xfrm>
            <a:off x="757128" y="-135122"/>
            <a:ext cx="9457804" cy="727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  <a:spcBef>
                <a:spcPct val="0"/>
              </a:spcBef>
            </a:pPr>
            <a:r>
              <a:rPr lang="en-US" altLang="ko-KR" sz="2800" b="1">
                <a:solidFill>
                  <a:srgbClr val="EB1D26"/>
                </a:solidFill>
                <a:latin typeface="+mj-lt"/>
                <a:ea typeface="Source Han Sans KR Bold"/>
                <a:cs typeface="Source Han Sans KR Bold"/>
              </a:rPr>
              <a:t>Complementary GAN</a:t>
            </a:r>
            <a:endParaRPr lang="ko-KR" altLang="en-US" sz="2800" b="1">
              <a:solidFill>
                <a:srgbClr val="EB1D26"/>
              </a:solidFill>
              <a:latin typeface="+mj-lt"/>
              <a:ea typeface="Source Han Sans KR Bold"/>
              <a:cs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1CEE172-B1B1-C82C-9C9E-CA8B31E56747}"/>
              </a:ext>
            </a:extLst>
          </p:cNvPr>
          <p:cNvGrpSpPr/>
          <p:nvPr/>
        </p:nvGrpSpPr>
        <p:grpSpPr>
          <a:xfrm>
            <a:off x="76200" y="-299174"/>
            <a:ext cx="545835" cy="870674"/>
            <a:chOff x="687867" y="1168165"/>
            <a:chExt cx="1915915" cy="3056122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7A3B7422-A790-3728-A1E4-D857112C2337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EDB68C8D-3F48-E441-1EC1-0D6633C6BC34}"/>
                </a:ext>
              </a:extLst>
            </p:cNvPr>
            <p:cNvSpPr txBox="1"/>
            <p:nvPr/>
          </p:nvSpPr>
          <p:spPr>
            <a:xfrm>
              <a:off x="725853" y="1168165"/>
              <a:ext cx="187792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9A5E0B1-7C42-E03C-DBA9-483C85B71981}"/>
              </a:ext>
            </a:extLst>
          </p:cNvPr>
          <p:cNvSpPr txBox="1"/>
          <p:nvPr/>
        </p:nvSpPr>
        <p:spPr>
          <a:xfrm>
            <a:off x="991342" y="712140"/>
            <a:ext cx="13608492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2400">
                <a:latin typeface="Source Han Sans KR Bold" panose="020B0800000000000000" pitchFamily="34" charset="-128"/>
                <a:ea typeface="Source Han Sans KR Bold" panose="020B0800000000000000" pitchFamily="34" charset="-128"/>
                <a:cs typeface="Calibri"/>
              </a:rPr>
              <a:t>Complementary GAN</a:t>
            </a:r>
            <a:endParaRPr lang="ko-KR" altLang="en-US" sz="2400">
              <a:effectLst/>
              <a:latin typeface="Source Han Sans KR Bold" panose="020B0800000000000000" pitchFamily="34" charset="-128"/>
              <a:ea typeface="Source Han Sans KR Bold" panose="020B0800000000000000" pitchFamily="34" charset="-128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5EC81FF-4786-275C-A585-4F47A952584D}"/>
              </a:ext>
            </a:extLst>
          </p:cNvPr>
          <p:cNvSpPr/>
          <p:nvPr/>
        </p:nvSpPr>
        <p:spPr>
          <a:xfrm>
            <a:off x="602546" y="754357"/>
            <a:ext cx="388796" cy="364761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6F2AE-76F9-245C-4E22-EDD1073F41F5}"/>
              </a:ext>
            </a:extLst>
          </p:cNvPr>
          <p:cNvSpPr txBox="1"/>
          <p:nvPr/>
        </p:nvSpPr>
        <p:spPr>
          <a:xfrm>
            <a:off x="2790162" y="2481766"/>
            <a:ext cx="15376746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ko-KR" altLang="en-US" sz="2900">
              <a:latin typeface="Source Han Sans KR Medium" panose="020B0600000000000000" pitchFamily="34" charset="-128"/>
              <a:ea typeface="Source Han Sans KR Medium" panose="020B0600000000000000" pitchFamily="34" charset="-128"/>
              <a:cs typeface="Calibri"/>
            </a:endParaRPr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65040D06-A77B-41E0-8ADC-83ACB0F0A3D3}"/>
              </a:ext>
            </a:extLst>
          </p:cNvPr>
          <p:cNvCxnSpPr>
            <a:cxnSpLocks/>
          </p:cNvCxnSpPr>
          <p:nvPr/>
        </p:nvCxnSpPr>
        <p:spPr>
          <a:xfrm>
            <a:off x="10457414" y="1311694"/>
            <a:ext cx="0" cy="8247942"/>
          </a:xfrm>
          <a:prstGeom prst="line">
            <a:avLst/>
          </a:prstGeom>
          <a:ln w="57150">
            <a:solidFill>
              <a:srgbClr val="1A1A1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4D38B9E-AC64-F7DB-997E-B75F9AEE52AF}"/>
              </a:ext>
            </a:extLst>
          </p:cNvPr>
          <p:cNvSpPr txBox="1"/>
          <p:nvPr/>
        </p:nvSpPr>
        <p:spPr>
          <a:xfrm>
            <a:off x="10779904" y="1224083"/>
            <a:ext cx="6855425" cy="4465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 b="1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Complementary GAN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Generator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잠재 공간의 반대 방향으로 데이터 생성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고밀도 영역에서 생성 → 페널티 부여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저밀도 영역에서 생성 → 보상 부여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생성된 데이터가 정상 데이터와 이질적이지 않도록 범위 제한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>
                <a:latin typeface="Source Han Sans KR Medium" panose="020B0600000000000000" pitchFamily="34" charset="-128"/>
                <a:ea typeface="Source Han Sans KR Medium" panose="020B0600000000000000" pitchFamily="34" charset="-128"/>
              </a:rPr>
              <a:t>생성된 데이터의 다양성을 확보</a:t>
            </a:r>
            <a:endParaRPr kumimoji="1" lang="en-US" altLang="ko-KR" sz="2400">
              <a:latin typeface="Source Han Sans KR Medium" panose="020B0600000000000000" pitchFamily="34" charset="-128"/>
              <a:ea typeface="Source Han Sans KR Medium" panose="020B0600000000000000" pitchFamily="34" charset="-128"/>
            </a:endParaRPr>
          </a:p>
        </p:txBody>
      </p:sp>
      <p:pic>
        <p:nvPicPr>
          <p:cNvPr id="26" name="그림 25" descr="텍스트, 스크린샷, 도표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24E5134-624B-065A-4D40-9F5903A774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5" y="1436735"/>
            <a:ext cx="9424724" cy="468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38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7DD62-9250-F8B3-24E6-EEC0CB9C7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7B6A902-39CE-13CF-D162-4F932A46B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00" y="1643743"/>
            <a:ext cx="6477000" cy="7962900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18C1B2D0-28E2-F5C1-3EAF-FEC26422D97C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91D3ED4-7B42-3EE1-6244-2DF1E28F6C32}"/>
              </a:ext>
            </a:extLst>
          </p:cNvPr>
          <p:cNvSpPr txBox="1"/>
          <p:nvPr/>
        </p:nvSpPr>
        <p:spPr>
          <a:xfrm>
            <a:off x="757128" y="-114300"/>
            <a:ext cx="11053872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OCAN:</a:t>
            </a:r>
            <a:r>
              <a:rPr lang="ko-KR" alt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One-Class Adversarial Net</a:t>
            </a:r>
            <a:endParaRPr lang="en-US" sz="2800" b="1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F24A235-5B09-DFFC-5990-7DAB91D76E1A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9892B37E-0210-DB1E-C168-BFDB240FD3BC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371914F6-8EF9-7072-05F5-AE446CA880E3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1C94621-DF22-8BBE-B5A8-AA07EE48FC4F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CF28CA9D-519A-3F01-3D06-95AA032B7993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DFB6C179-933B-69BD-1A32-4DE955EEBC28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03</a:t>
              </a:r>
            </a:p>
          </p:txBody>
        </p:sp>
      </p:grpSp>
      <p:sp>
        <p:nvSpPr>
          <p:cNvPr id="17" name="Freeform 11">
            <a:extLst>
              <a:ext uri="{FF2B5EF4-FFF2-40B4-BE49-F238E27FC236}">
                <a16:creationId xmlns:a16="http://schemas.microsoft.com/office/drawing/2014/main" id="{A435F5C1-CFA6-DB92-D742-22342200E502}"/>
              </a:ext>
            </a:extLst>
          </p:cNvPr>
          <p:cNvSpPr/>
          <p:nvPr/>
        </p:nvSpPr>
        <p:spPr>
          <a:xfrm>
            <a:off x="507222" y="754904"/>
            <a:ext cx="447629" cy="402596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CA918-9B97-4C94-8CC4-312E0E0E6691}"/>
              </a:ext>
            </a:extLst>
          </p:cNvPr>
          <p:cNvSpPr txBox="1"/>
          <p:nvPr/>
        </p:nvSpPr>
        <p:spPr>
          <a:xfrm>
            <a:off x="9030439" y="3267432"/>
            <a:ext cx="91599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LSTM-AE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 학습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(Lines 3-9)</a:t>
            </a: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-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정상 사용자 데이터 셋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(M)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의 각 사용자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(u)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에 대해 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   LSTM-AE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를 이용해 활동 데이터 재구성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- 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손실 함수를 통해 파라미터 최적화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800100" lvl="1" indent="-342900">
              <a:buFontTx/>
              <a:buChar char="-"/>
            </a:pP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2D81BF-0EA6-1DB7-6BB7-C921726F8001}"/>
                  </a:ext>
                </a:extLst>
              </p:cNvPr>
              <p:cNvSpPr txBox="1"/>
              <p:nvPr/>
            </p:nvSpPr>
            <p:spPr>
              <a:xfrm>
                <a:off x="9030439" y="5246480"/>
                <a:ext cx="79030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LSTM-AE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의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Encoder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사용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(Lines 11-14)</a:t>
                </a:r>
              </a:p>
              <a:p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-  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정상 사용자 활동을 인코딩해 특징 벡터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(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𝑣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𝑢</m:t>
                        </m:r>
                      </m:sub>
                    </m:sSub>
                    <m:r>
                      <a:rPr lang="en-US" altLang="ko-KR" sz="2400" b="0" i="1" dirty="0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 </m:t>
                    </m:r>
                  </m:oMath>
                </a14:m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)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생성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</a:t>
                </a:r>
                <a:endParaRPr lang="ko-KR" altLang="en-US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2D81BF-0EA6-1DB7-6BB7-C921726F8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439" y="5246480"/>
                <a:ext cx="7903026" cy="1200329"/>
              </a:xfrm>
              <a:prstGeom prst="rect">
                <a:avLst/>
              </a:prstGeom>
              <a:blipFill>
                <a:blip r:embed="rId6"/>
                <a:stretch>
                  <a:fillRect l="-1002"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연결선[R] 20">
            <a:extLst>
              <a:ext uri="{FF2B5EF4-FFF2-40B4-BE49-F238E27FC236}">
                <a16:creationId xmlns:a16="http://schemas.microsoft.com/office/drawing/2014/main" id="{F3A9DF51-B063-6DDD-26D2-E4F93752B698}"/>
              </a:ext>
            </a:extLst>
          </p:cNvPr>
          <p:cNvCxnSpPr>
            <a:cxnSpLocks/>
          </p:cNvCxnSpPr>
          <p:nvPr/>
        </p:nvCxnSpPr>
        <p:spPr>
          <a:xfrm>
            <a:off x="8611339" y="1185565"/>
            <a:ext cx="0" cy="8247942"/>
          </a:xfrm>
          <a:prstGeom prst="line">
            <a:avLst/>
          </a:prstGeom>
          <a:ln w="57150">
            <a:solidFill>
              <a:srgbClr val="1A1A1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8E8593D-13C5-D737-BD04-37C9807A2DC1}"/>
              </a:ext>
            </a:extLst>
          </p:cNvPr>
          <p:cNvSpPr txBox="1"/>
          <p:nvPr/>
        </p:nvSpPr>
        <p:spPr>
          <a:xfrm>
            <a:off x="990600" y="72390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Source Han Sans KR Medium" panose="020B0600000101010101" charset="-127"/>
                <a:ea typeface="Source Han Sans KR Medium" panose="020B0600000101010101" charset="-127"/>
              </a:rPr>
              <a:t>Pseudo-code</a:t>
            </a:r>
            <a:endParaRPr lang="ko-KR" altLang="en-US" b="1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D37524-9F92-A0FE-F2DB-EF8F30AA91C2}"/>
              </a:ext>
            </a:extLst>
          </p:cNvPr>
          <p:cNvSpPr/>
          <p:nvPr/>
        </p:nvSpPr>
        <p:spPr>
          <a:xfrm>
            <a:off x="1473200" y="2433528"/>
            <a:ext cx="6297587" cy="2709971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D56362-FAAC-2F19-168D-46535DA8A3B9}"/>
              </a:ext>
            </a:extLst>
          </p:cNvPr>
          <p:cNvSpPr/>
          <p:nvPr/>
        </p:nvSpPr>
        <p:spPr>
          <a:xfrm>
            <a:off x="1447800" y="5489770"/>
            <a:ext cx="6297587" cy="143173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1B6E95-39AE-3A07-1078-C27C6847E009}"/>
                  </a:ext>
                </a:extLst>
              </p:cNvPr>
              <p:cNvSpPr txBox="1"/>
              <p:nvPr/>
            </p:nvSpPr>
            <p:spPr>
              <a:xfrm>
                <a:off x="9030438" y="6729114"/>
                <a:ext cx="863779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Complementary GAN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학습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(Lines 16-20)</a:t>
                </a:r>
              </a:p>
              <a:p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  </m:t>
                    </m:r>
                    <m:r>
                      <a:rPr lang="ko-KR" altLang="en-US" sz="2400" i="1" dirty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특</m:t>
                    </m:r>
                  </m:oMath>
                </a14:m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징 벡터로 학습 진행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-  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손실함수를 통해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Discriminator(D)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와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Generator(G)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최적화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endParaRPr lang="ko-KR" altLang="en-US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1B6E95-39AE-3A07-1078-C27C6847E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438" y="6729114"/>
                <a:ext cx="8637799" cy="1569660"/>
              </a:xfrm>
              <a:prstGeom prst="rect">
                <a:avLst/>
              </a:prstGeom>
              <a:blipFill>
                <a:blip r:embed="rId7"/>
                <a:stretch>
                  <a:fillRect l="-917" t="-3113" r="-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329DF926-B12E-625B-0BDA-A82976D1D981}"/>
              </a:ext>
            </a:extLst>
          </p:cNvPr>
          <p:cNvSpPr/>
          <p:nvPr/>
        </p:nvSpPr>
        <p:spPr>
          <a:xfrm>
            <a:off x="1447799" y="7250019"/>
            <a:ext cx="6297587" cy="1795781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566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86610-2A6F-BB53-2C9E-F43C3073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2865B052-87F3-0B04-F7EB-7E39C6489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89" y="5404417"/>
            <a:ext cx="6139709" cy="38195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FEAAEF1-8B03-BA13-0A9B-03018D28E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447592"/>
            <a:ext cx="6553200" cy="3990975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07B3BCC0-59A1-D6CD-25F6-767C669DF9A4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2D0C434-D548-39BB-E419-BF391A90D3BC}"/>
              </a:ext>
            </a:extLst>
          </p:cNvPr>
          <p:cNvSpPr txBox="1"/>
          <p:nvPr/>
        </p:nvSpPr>
        <p:spPr>
          <a:xfrm>
            <a:off x="757128" y="-114300"/>
            <a:ext cx="11053872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OCAN:</a:t>
            </a:r>
            <a:r>
              <a:rPr lang="ko-KR" altLang="en-US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One-Class Adversarial Net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422AB4E-912B-D829-0617-E08223657DC2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76E74992-CD80-2CA2-1174-4A1ADF23A5F6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308BDD2A-012B-3445-8D90-1CC31590898C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1B2C8F9-AFD2-966D-21C5-844D25E1F809}"/>
              </a:ext>
            </a:extLst>
          </p:cNvPr>
          <p:cNvGrpSpPr/>
          <p:nvPr/>
        </p:nvGrpSpPr>
        <p:grpSpPr>
          <a:xfrm>
            <a:off x="6485" y="-342900"/>
            <a:ext cx="679315" cy="914400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325A48FF-2593-D7E4-38FF-267C1E195DE8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8B501460-0B15-6174-BCAF-F534610BAB56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03</a:t>
              </a:r>
            </a:p>
          </p:txBody>
        </p:sp>
      </p:grpSp>
      <p:sp>
        <p:nvSpPr>
          <p:cNvPr id="17" name="Freeform 11">
            <a:extLst>
              <a:ext uri="{FF2B5EF4-FFF2-40B4-BE49-F238E27FC236}">
                <a16:creationId xmlns:a16="http://schemas.microsoft.com/office/drawing/2014/main" id="{01AF37E2-9096-CF16-AEEA-C7CF6007C8CF}"/>
              </a:ext>
            </a:extLst>
          </p:cNvPr>
          <p:cNvSpPr/>
          <p:nvPr/>
        </p:nvSpPr>
        <p:spPr>
          <a:xfrm>
            <a:off x="507222" y="754904"/>
            <a:ext cx="447629" cy="402596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12081E-92D0-ACCA-DE4C-8D54A2258A90}"/>
              </a:ext>
            </a:extLst>
          </p:cNvPr>
          <p:cNvSpPr txBox="1"/>
          <p:nvPr/>
        </p:nvSpPr>
        <p:spPr>
          <a:xfrm>
            <a:off x="8725639" y="1454592"/>
            <a:ext cx="91599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LSTM-AE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Complementary GAN</a:t>
            </a: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두 가지를 훈련 진행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최종적으로 모델 사용 시 한번에 입력을 받고 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악성 사용자를 탐지하는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end to end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모델로 작동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pPr marL="800100" lvl="1" indent="-342900">
              <a:buFontTx/>
              <a:buChar char="-"/>
            </a:pP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3539CCD-219A-773A-5382-17BD9B4BE368}"/>
                  </a:ext>
                </a:extLst>
              </p:cNvPr>
              <p:cNvSpPr txBox="1"/>
              <p:nvPr/>
            </p:nvSpPr>
            <p:spPr>
              <a:xfrm>
                <a:off x="8725639" y="3353188"/>
                <a:ext cx="7903026" cy="1972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Fraud Detection (Lines 2-5)</a:t>
                </a:r>
              </a:p>
              <a:p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-   LSTM-AE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가 생성한 사용자 표현 특</a:t>
                </a:r>
                <a14:m>
                  <m:oMath xmlns:m="http://schemas.openxmlformats.org/officeDocument/2006/math">
                    <m:r>
                      <a:rPr lang="ko-KR" altLang="en-US" sz="2400" i="1" dirty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징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 </m:t>
                    </m:r>
                    <m:r>
                      <a:rPr lang="ko-KR" altLang="en-US" sz="2400" i="1" dirty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벡</m:t>
                    </m:r>
                    <m:r>
                      <a:rPr lang="ko-KR" altLang="en-US" sz="2400" i="1" dirty="0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터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(</m:t>
                    </m:r>
                    <m:sSub>
                      <m:sSub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𝑣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𝑢</m:t>
                        </m:r>
                      </m:sub>
                    </m:sSub>
                    <m:r>
                      <a:rPr lang="en-US" altLang="ko-KR" sz="2400" b="0" i="1" dirty="0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)</m:t>
                    </m:r>
                    <m:r>
                      <a:rPr lang="en-US" altLang="ko-KR" sz="2400" b="0" i="0" dirty="0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 </m:t>
                    </m:r>
                  </m:oMath>
                </a14:m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계산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-   Complementary GAN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의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Discriminator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를 통해 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   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사용자 라벨</a:t>
                </a:r>
                <a:r>
                  <a:rPr lang="en-US" altLang="ko-KR" sz="2400">
                    <a:ea typeface="Source Han Sans KR Medium" panose="020B0600000101010101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(^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𝑦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𝑢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) </m:t>
                    </m:r>
                  </m:oMath>
                </a14:m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을 판별 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endParaRPr lang="ko-KR" altLang="en-US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3539CCD-219A-773A-5382-17BD9B4BE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639" y="3353188"/>
                <a:ext cx="7903026" cy="1972656"/>
              </a:xfrm>
              <a:prstGeom prst="rect">
                <a:avLst/>
              </a:prstGeom>
              <a:blipFill>
                <a:blip r:embed="rId7"/>
                <a:stretch>
                  <a:fillRect l="-1002" t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연결선[R] 20">
            <a:extLst>
              <a:ext uri="{FF2B5EF4-FFF2-40B4-BE49-F238E27FC236}">
                <a16:creationId xmlns:a16="http://schemas.microsoft.com/office/drawing/2014/main" id="{D1DEAFC2-1DDB-204C-2151-0D45C22F0C15}"/>
              </a:ext>
            </a:extLst>
          </p:cNvPr>
          <p:cNvCxnSpPr>
            <a:cxnSpLocks/>
          </p:cNvCxnSpPr>
          <p:nvPr/>
        </p:nvCxnSpPr>
        <p:spPr>
          <a:xfrm>
            <a:off x="8611339" y="1185565"/>
            <a:ext cx="0" cy="8247942"/>
          </a:xfrm>
          <a:prstGeom prst="line">
            <a:avLst/>
          </a:prstGeom>
          <a:ln w="57150">
            <a:solidFill>
              <a:srgbClr val="1A1A1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2173791-88A0-8259-D779-CCAF35648D6E}"/>
              </a:ext>
            </a:extLst>
          </p:cNvPr>
          <p:cNvSpPr txBox="1"/>
          <p:nvPr/>
        </p:nvSpPr>
        <p:spPr>
          <a:xfrm>
            <a:off x="990600" y="72390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Source Han Sans KR Medium" panose="020B0600000101010101" charset="-127"/>
                <a:ea typeface="Source Han Sans KR Medium" panose="020B0600000101010101" charset="-127"/>
              </a:rPr>
              <a:t>Fraud Detection</a:t>
            </a:r>
            <a:endParaRPr lang="ko-KR" altLang="en-US" b="1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61AE8D-41B7-2E96-2CB8-22FE90BDB030}"/>
              </a:ext>
            </a:extLst>
          </p:cNvPr>
          <p:cNvSpPr/>
          <p:nvPr/>
        </p:nvSpPr>
        <p:spPr>
          <a:xfrm>
            <a:off x="1118406" y="3009900"/>
            <a:ext cx="6297587" cy="151473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67AA51-6507-5071-171F-1F096D08B2FE}"/>
                  </a:ext>
                </a:extLst>
              </p:cNvPr>
              <p:cNvSpPr txBox="1"/>
              <p:nvPr/>
            </p:nvSpPr>
            <p:spPr>
              <a:xfrm>
                <a:off x="8725638" y="6221280"/>
                <a:ext cx="8766493" cy="2476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Early Fraud Detection</a:t>
                </a:r>
              </a:p>
              <a:p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  </m:t>
                    </m:r>
                    <m:r>
                      <a:rPr lang="ko-KR" altLang="en-US" sz="2400" i="1" dirty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유저</m:t>
                    </m:r>
                  </m:oMath>
                </a14:m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(u)</a:t>
                </a:r>
                <a:r>
                  <a:rPr lang="ko-KR" altLang="en-US" sz="2400" err="1">
                    <a:latin typeface="Source Han Sans KR Medium" panose="020B0600000101010101" charset="-127"/>
                    <a:ea typeface="Source Han Sans KR Medium" panose="020B0600000101010101" charset="-127"/>
                  </a:rPr>
                  <a:t>에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대해 각 단계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(t)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마다 은닉 상태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( 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h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𝑡</m:t>
                            </m:r>
                          </m:sub>
                        </m:sSub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𝑒𝑛</m:t>
                        </m:r>
                      </m:sup>
                    </m:sSubSup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) </m:t>
                    </m:r>
                    <m:r>
                      <a:rPr lang="ko-KR" altLang="en-US" sz="2400" i="1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를</m:t>
                    </m:r>
                  </m:oMath>
                </a14:m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    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현재 특징 벡터 </a:t>
                </a:r>
                <a14:m>
                  <m:oMath xmlns:m="http://schemas.openxmlformats.org/officeDocument/2006/math"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(</m:t>
                    </m:r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)</a:t>
                </a:r>
                <a:r>
                  <a:rPr lang="ko-KR" altLang="en-US" sz="2400" err="1">
                    <a:latin typeface="Source Han Sans KR Medium" panose="020B0600000101010101" charset="-127"/>
                    <a:ea typeface="Source Han Sans KR Medium" panose="020B0600000101010101" charset="-127"/>
                  </a:rPr>
                  <a:t>를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바탕으로 업데이트 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-  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특정 단계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(t)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에서 사용자 표현 벡터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fi-FI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)</a:t>
                </a:r>
                <a:r>
                  <a:rPr lang="ko-KR" altLang="en-US" sz="2400" err="1">
                    <a:latin typeface="Source Han Sans KR Medium" panose="020B0600000101010101" charset="-127"/>
                    <a:ea typeface="Source Han Sans KR Medium" panose="020B0600000101010101" charset="-127"/>
                  </a:rPr>
                  <a:t>에</a:t>
                </a:r>
                <a:r>
                  <a:rPr lang="fi-FI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은닉 상태 정보 저장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-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판별자를 통해 해당 사용자가 악성 사용자일 확률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</a:t>
                </a: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     (</a:t>
                </a:r>
                <a:r>
                  <a:rPr lang="fi-FI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p(</a:t>
                </a:r>
                <a14:m>
                  <m:oMath xmlns:m="http://schemas.openxmlformats.org/officeDocument/2006/math">
                    <m:r>
                      <a:rPr lang="fi-FI" altLang="ko-KR" sz="2400" i="1" dirty="0" smtClean="0">
                        <a:latin typeface="Cambria Math" panose="02040503050406030204" pitchFamily="18" charset="0"/>
                      </a:rPr>
                      <m:t>ˆ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fi-FI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|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fi-FI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) =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fi-FI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) )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을 계산해 조기 탐지 가능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67AA51-6507-5071-171F-1F096D08B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638" y="6221280"/>
                <a:ext cx="8766493" cy="2476640"/>
              </a:xfrm>
              <a:prstGeom prst="rect">
                <a:avLst/>
              </a:prstGeom>
              <a:blipFill>
                <a:blip r:embed="rId8"/>
                <a:stretch>
                  <a:fillRect l="-904" t="-1970" b="-2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>
            <a:extLst>
              <a:ext uri="{FF2B5EF4-FFF2-40B4-BE49-F238E27FC236}">
                <a16:creationId xmlns:a16="http://schemas.microsoft.com/office/drawing/2014/main" id="{0011FAD7-E4B7-819D-F104-9382365DC188}"/>
              </a:ext>
            </a:extLst>
          </p:cNvPr>
          <p:cNvSpPr/>
          <p:nvPr/>
        </p:nvSpPr>
        <p:spPr>
          <a:xfrm>
            <a:off x="1315325" y="5606494"/>
            <a:ext cx="2860436" cy="135033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167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A4F14-8BF0-9CA6-CE8F-6DB7667FA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C0CE6A0-DBFE-5D10-3C18-61682B6E0BE9}"/>
              </a:ext>
            </a:extLst>
          </p:cNvPr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D40E7D4-601C-C97D-D387-CBDC6E7F04BC}"/>
              </a:ext>
            </a:extLst>
          </p:cNvPr>
          <p:cNvSpPr txBox="1"/>
          <p:nvPr/>
        </p:nvSpPr>
        <p:spPr>
          <a:xfrm>
            <a:off x="757128" y="-114300"/>
            <a:ext cx="11053872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Experiment &amp; Conclusions</a:t>
            </a:r>
            <a:endParaRPr lang="en-US" sz="2800" b="1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4DD5D15-9D0F-1A58-6550-045141B2C2C1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6691666E-DA71-7A58-20D8-7C86FE9872EE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1DC5D39B-DEB8-7C40-9E12-845C89B92240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032E022-8910-A993-107F-2D477CEB91B2}"/>
              </a:ext>
            </a:extLst>
          </p:cNvPr>
          <p:cNvGrpSpPr/>
          <p:nvPr/>
        </p:nvGrpSpPr>
        <p:grpSpPr>
          <a:xfrm>
            <a:off x="6485" y="-342899"/>
            <a:ext cx="679315" cy="914401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35C6F917-B697-75C6-E817-38FBCC334D53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B20BC683-7285-F4CA-4C03-5AA1D3089AC1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04</a:t>
              </a:r>
            </a:p>
          </p:txBody>
        </p:sp>
      </p:grpSp>
      <p:cxnSp>
        <p:nvCxnSpPr>
          <p:cNvPr id="24" name="직선 연결선[R] 20">
            <a:extLst>
              <a:ext uri="{FF2B5EF4-FFF2-40B4-BE49-F238E27FC236}">
                <a16:creationId xmlns:a16="http://schemas.microsoft.com/office/drawing/2014/main" id="{29AA6A8C-991E-4FD4-EF71-42873DDFCD96}"/>
              </a:ext>
            </a:extLst>
          </p:cNvPr>
          <p:cNvCxnSpPr>
            <a:cxnSpLocks/>
          </p:cNvCxnSpPr>
          <p:nvPr/>
        </p:nvCxnSpPr>
        <p:spPr>
          <a:xfrm>
            <a:off x="8940481" y="1185565"/>
            <a:ext cx="0" cy="8247942"/>
          </a:xfrm>
          <a:prstGeom prst="line">
            <a:avLst/>
          </a:prstGeom>
          <a:ln w="57150">
            <a:solidFill>
              <a:srgbClr val="1A1A1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D24ECB-DA61-3220-BE08-0DC227E713C2}"/>
                  </a:ext>
                </a:extLst>
              </p:cNvPr>
              <p:cNvSpPr txBox="1"/>
              <p:nvPr/>
            </p:nvSpPr>
            <p:spPr>
              <a:xfrm>
                <a:off x="6485" y="2476548"/>
                <a:ext cx="8766493" cy="5665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데이터 셋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-   OCAN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모델의 평가는 위키피디아에서의 반달리즘 탐지로 진행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-   </a:t>
                </a:r>
                <a:r>
                  <a:rPr lang="en-US" altLang="ko-KR" sz="2400" err="1">
                    <a:latin typeface="Source Han Sans KR Medium" panose="020B0600000101010101" charset="-127"/>
                    <a:ea typeface="Source Han Sans KR Medium" panose="020B0600000101010101" charset="-127"/>
                  </a:rPr>
                  <a:t>UMDWikipedia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데이터 셋 사용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    2013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년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1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월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~ 2014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년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7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월까지 약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77</a:t>
                </a:r>
                <a:r>
                  <a:rPr lang="ko-KR" altLang="en-US" sz="2400" err="1">
                    <a:latin typeface="Source Han Sans KR Medium" panose="020B0600000101010101" charset="-127"/>
                    <a:ea typeface="Source Han Sans KR Medium" panose="020B0600000101010101" charset="-127"/>
                  </a:rPr>
                  <a:t>만건의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편집 기록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   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악성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,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정상 사용자가 각각 약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17000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명 기록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데이터 </a:t>
                </a:r>
                <a:r>
                  <a:rPr lang="ko-KR" altLang="en-US" sz="2400" err="1">
                    <a:latin typeface="Source Han Sans KR Medium" panose="020B0600000101010101" charset="-127"/>
                    <a:ea typeface="Source Han Sans KR Medium" panose="020B0600000101010101" charset="-127"/>
                  </a:rPr>
                  <a:t>전처리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-  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편집 시퀀스의 길이가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4 ~ 50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사이인 사용자만 유지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-  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약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10500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명의 정상 사용자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, 11500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명의 악성 사용자 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사용자 편집 시퀀스의 특징 추출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-   t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번째 편집에 대한 특징 벡터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)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구성을 위해 특징 추출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   ex.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메타 페이지 수정 여부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, 1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분 이내 수정 횟수 등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endParaRPr lang="ko-KR" altLang="en-US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D24ECB-DA61-3220-BE08-0DC227E71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" y="2476548"/>
                <a:ext cx="8766493" cy="5665975"/>
              </a:xfrm>
              <a:prstGeom prst="rect">
                <a:avLst/>
              </a:prstGeom>
              <a:blipFill>
                <a:blip r:embed="rId3"/>
                <a:stretch>
                  <a:fillRect l="-904" t="-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11">
            <a:extLst>
              <a:ext uri="{FF2B5EF4-FFF2-40B4-BE49-F238E27FC236}">
                <a16:creationId xmlns:a16="http://schemas.microsoft.com/office/drawing/2014/main" id="{6A3A046E-3354-1A3A-6DF6-DD991544A48C}"/>
              </a:ext>
            </a:extLst>
          </p:cNvPr>
          <p:cNvSpPr/>
          <p:nvPr/>
        </p:nvSpPr>
        <p:spPr>
          <a:xfrm>
            <a:off x="507222" y="754904"/>
            <a:ext cx="447629" cy="402596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5ACC6-2AFB-DF63-3BCD-2B44ABC90687}"/>
              </a:ext>
            </a:extLst>
          </p:cNvPr>
          <p:cNvSpPr txBox="1"/>
          <p:nvPr/>
        </p:nvSpPr>
        <p:spPr>
          <a:xfrm>
            <a:off x="990599" y="723900"/>
            <a:ext cx="375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Source Han Sans KR Medium" panose="020B0600000101010101" charset="-127"/>
                <a:ea typeface="Source Han Sans KR Medium" panose="020B0600000101010101" charset="-127"/>
              </a:rPr>
              <a:t>Dataset &amp; Model</a:t>
            </a:r>
            <a:endParaRPr lang="ko-KR" altLang="en-US" b="1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E0CD3F9-C9FA-DAD6-5277-5B38CB889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820646"/>
              </p:ext>
            </p:extLst>
          </p:nvPr>
        </p:nvGraphicFramePr>
        <p:xfrm>
          <a:off x="9134474" y="1157500"/>
          <a:ext cx="8979537" cy="823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362">
                  <a:extLst>
                    <a:ext uri="{9D8B030D-6E8A-4147-A177-3AD203B41FA5}">
                      <a16:colId xmlns:a16="http://schemas.microsoft.com/office/drawing/2014/main" val="971611446"/>
                    </a:ext>
                  </a:extLst>
                </a:gridCol>
                <a:gridCol w="4590175">
                  <a:extLst>
                    <a:ext uri="{9D8B030D-6E8A-4147-A177-3AD203B41FA5}">
                      <a16:colId xmlns:a16="http://schemas.microsoft.com/office/drawing/2014/main" val="2039154471"/>
                    </a:ext>
                  </a:extLst>
                </a:gridCol>
              </a:tblGrid>
              <a:tr h="6873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>
                          <a:solidFill>
                            <a:schemeClr val="tx1"/>
                          </a:solidFill>
                        </a:rPr>
                        <a:t>모델 구성 요소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err="1">
                          <a:solidFill>
                            <a:schemeClr val="tx1"/>
                          </a:solidFill>
                        </a:rPr>
                        <a:t>설정값</a:t>
                      </a:r>
                      <a:endParaRPr lang="ko-KR" altLang="en-US" sz="3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587280"/>
                  </a:ext>
                </a:extLst>
              </a:tr>
              <a:tr h="6873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3200"/>
                        <a:t>LSTM-Autoencoder</a:t>
                      </a:r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32590"/>
                  </a:ext>
                </a:extLst>
              </a:tr>
              <a:tr h="6873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err="1"/>
                        <a:t>은닉층</a:t>
                      </a:r>
                      <a:r>
                        <a:rPr lang="ko-KR" altLang="en-US" sz="320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3200"/>
                        <a:t>200</a:t>
                      </a:r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388673"/>
                  </a:ext>
                </a:extLst>
              </a:tr>
              <a:tr h="6873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3200"/>
                        <a:t>Epoch </a:t>
                      </a:r>
                      <a:r>
                        <a:rPr lang="ko-KR" altLang="en-US" sz="3200"/>
                        <a:t>횟수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3200"/>
                        <a:t>20</a:t>
                      </a:r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304380"/>
                  </a:ext>
                </a:extLst>
              </a:tr>
              <a:tr h="6873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3200"/>
                        <a:t>Complementary GAN</a:t>
                      </a:r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17839"/>
                  </a:ext>
                </a:extLst>
              </a:tr>
              <a:tr h="6873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err="1"/>
                        <a:t>판별기</a:t>
                      </a:r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3200"/>
                        <a:t>2</a:t>
                      </a:r>
                      <a:r>
                        <a:rPr lang="ko-KR" altLang="en-US" sz="3200"/>
                        <a:t>개</a:t>
                      </a:r>
                      <a:r>
                        <a:rPr lang="en-US" altLang="ko-KR" sz="3200"/>
                        <a:t>(100,50)</a:t>
                      </a:r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594558"/>
                  </a:ext>
                </a:extLst>
              </a:tr>
              <a:tr h="6873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err="1"/>
                        <a:t>생성기</a:t>
                      </a:r>
                      <a:r>
                        <a:rPr lang="ko-KR" altLang="en-US" sz="3200"/>
                        <a:t> 입력 노이즈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3200"/>
                        <a:t>50</a:t>
                      </a:r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040331"/>
                  </a:ext>
                </a:extLst>
              </a:tr>
              <a:tr h="6873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err="1"/>
                        <a:t>생성기</a:t>
                      </a:r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3200"/>
                        <a:t>1</a:t>
                      </a:r>
                      <a:r>
                        <a:rPr lang="ko-KR" altLang="en-US" sz="3200"/>
                        <a:t>개</a:t>
                      </a:r>
                      <a:r>
                        <a:rPr lang="en-US" altLang="ko-KR" sz="3200"/>
                        <a:t>(100)</a:t>
                      </a:r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207382"/>
                  </a:ext>
                </a:extLst>
              </a:tr>
              <a:tr h="77094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err="1"/>
                        <a:t>생성기</a:t>
                      </a:r>
                      <a:r>
                        <a:rPr lang="ko-KR" altLang="en-US" sz="3200"/>
                        <a:t> </a:t>
                      </a:r>
                      <a:r>
                        <a:rPr lang="ko-KR" altLang="en-US" sz="3200" err="1"/>
                        <a:t>출력층</a:t>
                      </a:r>
                      <a:r>
                        <a:rPr lang="ko-KR" altLang="en-US" sz="320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3200"/>
                        <a:t>200</a:t>
                      </a:r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9306"/>
                  </a:ext>
                </a:extLst>
              </a:tr>
              <a:tr h="6873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3200"/>
                        <a:t>Epoch </a:t>
                      </a:r>
                      <a:r>
                        <a:rPr lang="ko-KR" altLang="en-US" sz="3200"/>
                        <a:t>횟수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3200"/>
                        <a:t>50</a:t>
                      </a:r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601007"/>
                  </a:ext>
                </a:extLst>
              </a:tr>
              <a:tr h="6165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err="1"/>
                        <a:t>임계값</a:t>
                      </a:r>
                      <a:endParaRPr lang="ko-KR" altLang="en-US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800"/>
                        <a:t>정상 예측 확률의 </a:t>
                      </a:r>
                      <a:r>
                        <a:rPr lang="en-US" altLang="ko-KR" sz="2800"/>
                        <a:t>5</a:t>
                      </a:r>
                      <a:r>
                        <a:rPr lang="ko-KR" altLang="en-US" sz="2800" err="1"/>
                        <a:t>분위수</a:t>
                      </a:r>
                      <a:endParaRPr lang="ko-KR" altLang="en-US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63456"/>
                  </a:ext>
                </a:extLst>
              </a:tr>
              <a:tr h="65734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err="1"/>
                        <a:t>임계값</a:t>
                      </a:r>
                      <a:r>
                        <a:rPr lang="ko-KR" altLang="en-US" sz="3200"/>
                        <a:t> 탐색 범위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800"/>
                        <a:t>4 ~ 10 </a:t>
                      </a:r>
                      <a:r>
                        <a:rPr lang="ko-KR" altLang="en-US" sz="2800"/>
                        <a:t>분위 수 </a:t>
                      </a:r>
                      <a:r>
                        <a:rPr lang="en-US" altLang="ko-KR" sz="2800"/>
                        <a:t>(</a:t>
                      </a:r>
                      <a:r>
                        <a:rPr lang="ko-KR" altLang="en-US" sz="2800"/>
                        <a:t>결과 민감 </a:t>
                      </a:r>
                      <a:r>
                        <a:rPr lang="en-US" altLang="ko-KR" sz="2800"/>
                        <a:t>X)</a:t>
                      </a:r>
                      <a:endParaRPr lang="ko-KR" altLang="en-US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01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8857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20010-1464-44CA-FEA4-E2DCC29B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77D5617-BB7E-7F77-8B15-045A00963A7C}"/>
              </a:ext>
            </a:extLst>
          </p:cNvPr>
          <p:cNvSpPr txBox="1"/>
          <p:nvPr/>
        </p:nvSpPr>
        <p:spPr>
          <a:xfrm>
            <a:off x="757128" y="-114300"/>
            <a:ext cx="11053872" cy="69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altLang="ko-KR" sz="2800" b="1">
                <a:solidFill>
                  <a:srgbClr val="EB1D26"/>
                </a:solidFill>
                <a:latin typeface="Source Han Sans KR Bold" panose="020B0800000000000000" pitchFamily="34" charset="-128"/>
                <a:ea typeface="Source Han Sans KR Bold"/>
                <a:cs typeface="Source Han Sans KR Bold"/>
                <a:sym typeface="Source Han Sans KR Bold"/>
              </a:rPr>
              <a:t>Experiment &amp; Conclusions</a:t>
            </a:r>
            <a:endParaRPr lang="en-US" sz="2800" b="1">
              <a:solidFill>
                <a:srgbClr val="EB1D26"/>
              </a:solidFill>
              <a:latin typeface="Source Han Sans KR Bold" panose="020B0800000000000000" pitchFamily="34" charset="-128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AFEF46C-E3DC-6748-37AC-588246CFF823}"/>
              </a:ext>
            </a:extLst>
          </p:cNvPr>
          <p:cNvGrpSpPr/>
          <p:nvPr/>
        </p:nvGrpSpPr>
        <p:grpSpPr>
          <a:xfrm>
            <a:off x="76200" y="-282549"/>
            <a:ext cx="535013" cy="854049"/>
            <a:chOff x="687867" y="1226520"/>
            <a:chExt cx="1877929" cy="299776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ED6CA696-DE69-A12D-5849-9CF7B99EBAED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61AA8178-380B-F8A2-2C11-5E41B1882575}"/>
                </a:ext>
              </a:extLst>
            </p:cNvPr>
            <p:cNvSpPr txBox="1"/>
            <p:nvPr/>
          </p:nvSpPr>
          <p:spPr>
            <a:xfrm>
              <a:off x="687867" y="1226520"/>
              <a:ext cx="166487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</a:t>
              </a:r>
              <a:r>
                <a:rPr lang="en-US" altLang="ko-KR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2</a:t>
              </a:r>
              <a:endParaRPr lang="en-US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536FC74-8600-01E6-0ECD-CE978130C270}"/>
              </a:ext>
            </a:extLst>
          </p:cNvPr>
          <p:cNvGrpSpPr/>
          <p:nvPr/>
        </p:nvGrpSpPr>
        <p:grpSpPr>
          <a:xfrm>
            <a:off x="6485" y="-342899"/>
            <a:ext cx="679315" cy="914401"/>
            <a:chOff x="443163" y="1014684"/>
            <a:chExt cx="2384439" cy="3209603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B74C5A81-5D97-E256-EAFD-3DF1480A0091}"/>
                </a:ext>
              </a:extLst>
            </p:cNvPr>
            <p:cNvSpPr/>
            <p:nvPr/>
          </p:nvSpPr>
          <p:spPr>
            <a:xfrm>
              <a:off x="687867" y="2346358"/>
              <a:ext cx="1877929" cy="187792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6E5FFB93-DCF3-3AC9-DA9F-0D95A26BD4FD}"/>
                </a:ext>
              </a:extLst>
            </p:cNvPr>
            <p:cNvSpPr txBox="1"/>
            <p:nvPr/>
          </p:nvSpPr>
          <p:spPr>
            <a:xfrm>
              <a:off x="443163" y="1014684"/>
              <a:ext cx="2384439" cy="2775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506"/>
                </a:lnSpc>
                <a:spcBef>
                  <a:spcPct val="0"/>
                </a:spcBef>
              </a:pPr>
              <a:r>
                <a:rPr lang="en-US">
                  <a:solidFill>
                    <a:srgbClr val="FAFAFA"/>
                  </a:solidFill>
                  <a:latin typeface="Bruno"/>
                  <a:ea typeface="Bruno"/>
                  <a:cs typeface="Bruno"/>
                  <a:sym typeface="Bruno"/>
                </a:rPr>
                <a:t>04</a:t>
              </a: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F74D6ED1-472B-FE8A-A006-1B1525F81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96" y="1185565"/>
            <a:ext cx="9991445" cy="5139322"/>
          </a:xfrm>
          <a:prstGeom prst="rect">
            <a:avLst/>
          </a:prstGeom>
        </p:spPr>
      </p:pic>
      <p:sp>
        <p:nvSpPr>
          <p:cNvPr id="4" name="Freeform 11">
            <a:extLst>
              <a:ext uri="{FF2B5EF4-FFF2-40B4-BE49-F238E27FC236}">
                <a16:creationId xmlns:a16="http://schemas.microsoft.com/office/drawing/2014/main" id="{55777D55-495A-F543-3563-CB98862FA96E}"/>
              </a:ext>
            </a:extLst>
          </p:cNvPr>
          <p:cNvSpPr/>
          <p:nvPr/>
        </p:nvSpPr>
        <p:spPr>
          <a:xfrm>
            <a:off x="507222" y="754904"/>
            <a:ext cx="447629" cy="402596"/>
          </a:xfrm>
          <a:custGeom>
            <a:avLst/>
            <a:gdLst/>
            <a:ahLst/>
            <a:cxnLst/>
            <a:rect l="l" t="t" r="r" b="b"/>
            <a:pathLst>
              <a:path w="648352" h="608272">
                <a:moveTo>
                  <a:pt x="0" y="0"/>
                </a:moveTo>
                <a:lnTo>
                  <a:pt x="648351" y="0"/>
                </a:lnTo>
                <a:lnTo>
                  <a:pt x="648351" y="608272"/>
                </a:lnTo>
                <a:lnTo>
                  <a:pt x="0" y="608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529BE-505D-9F57-E1EB-C22E8CC670E7}"/>
              </a:ext>
            </a:extLst>
          </p:cNvPr>
          <p:cNvSpPr txBox="1"/>
          <p:nvPr/>
        </p:nvSpPr>
        <p:spPr>
          <a:xfrm>
            <a:off x="990599" y="723900"/>
            <a:ext cx="4631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Source Han Sans KR Medium" panose="020B0600000101010101" charset="-127"/>
                <a:ea typeface="Source Han Sans KR Medium" panose="020B0600000101010101" charset="-127"/>
              </a:rPr>
              <a:t>Experiment &amp; Conclusions</a:t>
            </a:r>
            <a:endParaRPr lang="ko-KR" altLang="en-US" b="1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82B66D-BC9C-20BE-A09A-4743B62ED361}"/>
                  </a:ext>
                </a:extLst>
              </p:cNvPr>
              <p:cNvSpPr txBox="1"/>
              <p:nvPr/>
            </p:nvSpPr>
            <p:spPr>
              <a:xfrm>
                <a:off x="507222" y="6074520"/>
                <a:ext cx="10153416" cy="4222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실험 설정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- M-LSTM: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정상 사용자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7000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명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,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악성 사용자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100 ~ 7000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명 포함 데이터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- OCAN: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악성 사용자 없음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,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정상 사용자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7000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명 포함 데이터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                 Regular GAN, Complementary GAN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두가지로 분류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-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테스트 데이터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: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두 모델 모두 정상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,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악성 사용자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3000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명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포함 데이터 사용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두 모델의 차이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-  M-LSTM: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은닉 상태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 (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h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𝑡</m:t>
                            </m:r>
                          </m:sub>
                        </m:sSub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𝑒𝑛</m:t>
                        </m:r>
                      </m:sup>
                    </m:sSubSup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)</m:t>
                    </m:r>
                  </m:oMath>
                </a14:m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를 직접 입력해 분류기를 통해 악성 사용자 탐지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-  OCAN: </a:t>
                </a:r>
                <a14:m>
                  <m:oMath xmlns:m="http://schemas.openxmlformats.org/officeDocument/2006/math">
                    <m:r>
                      <a:rPr lang="ko-KR" altLang="en-US" sz="2400" b="0" i="1" dirty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은</m:t>
                    </m:r>
                    <m:r>
                      <a:rPr lang="ko-KR" altLang="en-US" sz="2400" i="1" dirty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닉상태</m:t>
                    </m:r>
                    <m:r>
                      <a:rPr lang="en-US" altLang="ko-KR" sz="2400" b="0" i="0" dirty="0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 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(</m:t>
                    </m:r>
                    <m:sSubSup>
                      <m:sSub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 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h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Source Han Sans KR Medium" panose="020B0600000101010101" charset="-127"/>
                              </a:rPr>
                              <m:t>𝑡</m:t>
                            </m:r>
                          </m:sub>
                        </m:sSub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Source Han Sans KR Medium" panose="020B0600000101010101" charset="-127"/>
                          </a:rPr>
                          <m:t>𝑒𝑛</m:t>
                        </m:r>
                      </m:sup>
                    </m:sSubSup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Source Han Sans KR Medium" panose="020B0600000101010101" charset="-127"/>
                      </a:rPr>
                      <m:t>)</m:t>
                    </m:r>
                  </m:oMath>
                </a14:m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를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Complementary GAN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의 </a:t>
                </a:r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Discriminator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를 </a:t>
                </a:r>
                <a:endParaRPr lang="en-US" altLang="ko-KR" sz="2400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  <a:p>
                <a:r>
                  <a:rPr lang="en-US" altLang="ko-KR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                        </a:t>
                </a:r>
                <a:r>
                  <a:rPr lang="ko-KR" altLang="en-US" sz="2400">
                    <a:latin typeface="Source Han Sans KR Medium" panose="020B0600000101010101" charset="-127"/>
                    <a:ea typeface="Source Han Sans KR Medium" panose="020B0600000101010101" charset="-127"/>
                  </a:rPr>
                  <a:t>활용해 탐지</a:t>
                </a:r>
                <a:endParaRPr lang="ko-KR" altLang="en-US">
                  <a:latin typeface="Source Han Sans KR Medium" panose="020B0600000101010101" charset="-127"/>
                  <a:ea typeface="Source Han Sans KR Medium" panose="020B0600000101010101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82B66D-BC9C-20BE-A09A-4743B62ED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22" y="6074520"/>
                <a:ext cx="10153416" cy="4222310"/>
              </a:xfrm>
              <a:prstGeom prst="rect">
                <a:avLst/>
              </a:prstGeom>
              <a:blipFill>
                <a:blip r:embed="rId6"/>
                <a:stretch>
                  <a:fillRect l="-780" t="-1154" b="-2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연결선[R] 20">
            <a:extLst>
              <a:ext uri="{FF2B5EF4-FFF2-40B4-BE49-F238E27FC236}">
                <a16:creationId xmlns:a16="http://schemas.microsoft.com/office/drawing/2014/main" id="{EE6DF3FC-0D5E-0C24-ABB5-CA8B6861CA8E}"/>
              </a:ext>
            </a:extLst>
          </p:cNvPr>
          <p:cNvCxnSpPr>
            <a:cxnSpLocks/>
          </p:cNvCxnSpPr>
          <p:nvPr/>
        </p:nvCxnSpPr>
        <p:spPr>
          <a:xfrm>
            <a:off x="10885883" y="1146289"/>
            <a:ext cx="0" cy="8247942"/>
          </a:xfrm>
          <a:prstGeom prst="line">
            <a:avLst/>
          </a:prstGeom>
          <a:ln w="57150">
            <a:solidFill>
              <a:srgbClr val="1A1A1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F091C5-D221-0F4D-6CB7-B7510432B268}"/>
              </a:ext>
            </a:extLst>
          </p:cNvPr>
          <p:cNvSpPr txBox="1"/>
          <p:nvPr/>
        </p:nvSpPr>
        <p:spPr>
          <a:xfrm>
            <a:off x="11057466" y="1329789"/>
            <a:ext cx="785706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결론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-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악성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사용자가 많은 경우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과 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  M-LSTM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의 성능 유사 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(1000 ~ 7000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명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-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적은 경우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M-LSTM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의 정밀도가 급격히 하락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</a:t>
            </a: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탐지가 불가능한 수준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(400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명 미만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- OCAN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은 악성 사용자 없이 학습 가능해 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데이터 부족 시에도 안정적인 결과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</a:t>
            </a: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-  M-LSTM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 적은 수의 악성 사용자로 학습할 때 보다 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    OCAN-r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이 더 우수한 성능을 보임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-  OCAN-r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은 </a:t>
            </a:r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OCAN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보다 성능이 낮아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    Complementary Sample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을 이용한 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    Discriminator </a:t>
            </a:r>
            <a:r>
              <a:rPr lang="ko-KR" altLang="en-US" sz="2400">
                <a:latin typeface="Source Han Sans KR Medium" panose="020B0600000101010101" charset="-127"/>
                <a:ea typeface="Source Han Sans KR Medium" panose="020B0600000101010101" charset="-127"/>
              </a:rPr>
              <a:t>학습이 성능 향상에 기여함을 보임</a:t>
            </a:r>
            <a:endParaRPr lang="en-US" altLang="ko-KR" sz="2400">
              <a:latin typeface="Source Han Sans KR Medium" panose="020B0600000101010101" charset="-127"/>
              <a:ea typeface="Source Han Sans KR Medium" panose="020B0600000101010101" charset="-127"/>
            </a:endParaRPr>
          </a:p>
          <a:p>
            <a:r>
              <a:rPr lang="en-US" altLang="ko-KR" sz="2400">
                <a:latin typeface="Source Han Sans KR Medium" panose="020B0600000101010101" charset="-127"/>
                <a:ea typeface="Source Han Sans KR Medium" panose="020B0600000101010101" charset="-127"/>
              </a:rPr>
              <a:t>       </a:t>
            </a:r>
            <a:endParaRPr lang="ko-KR" altLang="en-US" sz="2400">
              <a:latin typeface="Source Han Sans KR Medium" panose="020B0600000101010101" charset="-127"/>
              <a:ea typeface="Source Han Sans KR Medium" panose="020B0600000101010101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6FB82B9-D53E-0261-2461-B82801579CBF}"/>
              </a:ext>
            </a:extLst>
          </p:cNvPr>
          <p:cNvCxnSpPr>
            <a:cxnSpLocks/>
          </p:cNvCxnSpPr>
          <p:nvPr/>
        </p:nvCxnSpPr>
        <p:spPr>
          <a:xfrm>
            <a:off x="11057466" y="4579513"/>
            <a:ext cx="3556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6AAD4F3-F571-0C0A-D121-30A73EEEDDAD}"/>
              </a:ext>
            </a:extLst>
          </p:cNvPr>
          <p:cNvCxnSpPr>
            <a:cxnSpLocks/>
          </p:cNvCxnSpPr>
          <p:nvPr/>
        </p:nvCxnSpPr>
        <p:spPr>
          <a:xfrm flipV="1">
            <a:off x="9887379" y="1900313"/>
            <a:ext cx="1624797" cy="175859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FA375B9-0976-B150-5D95-702902FC67A8}"/>
              </a:ext>
            </a:extLst>
          </p:cNvPr>
          <p:cNvCxnSpPr>
            <a:cxnSpLocks/>
          </p:cNvCxnSpPr>
          <p:nvPr/>
        </p:nvCxnSpPr>
        <p:spPr>
          <a:xfrm flipV="1">
            <a:off x="9930157" y="2779610"/>
            <a:ext cx="1594331" cy="183340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5E5827E-25B6-EB91-1ED5-1F3CBE918E4E}"/>
              </a:ext>
            </a:extLst>
          </p:cNvPr>
          <p:cNvCxnSpPr>
            <a:cxnSpLocks/>
          </p:cNvCxnSpPr>
          <p:nvPr/>
        </p:nvCxnSpPr>
        <p:spPr>
          <a:xfrm flipV="1">
            <a:off x="9494748" y="3639121"/>
            <a:ext cx="2029740" cy="1751511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BCB57A8-2244-202C-BD9F-35EAE7FE05FA}"/>
              </a:ext>
            </a:extLst>
          </p:cNvPr>
          <p:cNvCxnSpPr>
            <a:cxnSpLocks/>
          </p:cNvCxnSpPr>
          <p:nvPr/>
        </p:nvCxnSpPr>
        <p:spPr>
          <a:xfrm>
            <a:off x="9494748" y="3077633"/>
            <a:ext cx="43541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2296999-83F8-6E27-3A29-6116629915AE}"/>
              </a:ext>
            </a:extLst>
          </p:cNvPr>
          <p:cNvCxnSpPr>
            <a:cxnSpLocks/>
          </p:cNvCxnSpPr>
          <p:nvPr/>
        </p:nvCxnSpPr>
        <p:spPr>
          <a:xfrm>
            <a:off x="9893688" y="3111279"/>
            <a:ext cx="12312" cy="11761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3AAA595-9005-3EB0-663C-B579A8D59302}"/>
              </a:ext>
            </a:extLst>
          </p:cNvPr>
          <p:cNvCxnSpPr>
            <a:cxnSpLocks/>
          </p:cNvCxnSpPr>
          <p:nvPr/>
        </p:nvCxnSpPr>
        <p:spPr>
          <a:xfrm flipH="1" flipV="1">
            <a:off x="9451290" y="4287415"/>
            <a:ext cx="478867" cy="624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8A60737-3018-FEA1-E8FA-72673BB7154D}"/>
              </a:ext>
            </a:extLst>
          </p:cNvPr>
          <p:cNvCxnSpPr>
            <a:cxnSpLocks/>
          </p:cNvCxnSpPr>
          <p:nvPr/>
        </p:nvCxnSpPr>
        <p:spPr>
          <a:xfrm>
            <a:off x="9899844" y="4276468"/>
            <a:ext cx="0" cy="734043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1548001-3C56-0BA5-CCC3-50AC32A27780}"/>
              </a:ext>
            </a:extLst>
          </p:cNvPr>
          <p:cNvCxnSpPr>
            <a:cxnSpLocks/>
          </p:cNvCxnSpPr>
          <p:nvPr/>
        </p:nvCxnSpPr>
        <p:spPr>
          <a:xfrm flipH="1" flipV="1">
            <a:off x="9451290" y="5032327"/>
            <a:ext cx="478867" cy="6249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333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59923" y="4467353"/>
            <a:ext cx="4168155" cy="1218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89"/>
              </a:lnSpc>
              <a:spcBef>
                <a:spcPct val="0"/>
              </a:spcBef>
            </a:pPr>
            <a:r>
              <a:rPr lang="en-US" sz="7135" b="1">
                <a:solidFill>
                  <a:srgbClr val="FAFAFA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감사합니다</a:t>
            </a:r>
          </a:p>
        </p:txBody>
      </p:sp>
      <p:sp>
        <p:nvSpPr>
          <p:cNvPr id="3" name="AutoShape 3"/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5938004" y="990600"/>
            <a:ext cx="1664196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AFAFA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2025.04.10.</a:t>
            </a:r>
          </a:p>
        </p:txBody>
      </p:sp>
      <p:grpSp>
        <p:nvGrpSpPr>
          <p:cNvPr id="10" name="Group 6">
            <a:extLst>
              <a:ext uri="{FF2B5EF4-FFF2-40B4-BE49-F238E27FC236}">
                <a16:creationId xmlns:a16="http://schemas.microsoft.com/office/drawing/2014/main" id="{166048E4-7E1E-B31B-4F4B-2250759C1EC5}"/>
              </a:ext>
            </a:extLst>
          </p:cNvPr>
          <p:cNvGrpSpPr/>
          <p:nvPr/>
        </p:nvGrpSpPr>
        <p:grpSpPr>
          <a:xfrm>
            <a:off x="6901866" y="5686297"/>
            <a:ext cx="4465218" cy="929096"/>
            <a:chOff x="0" y="-192881"/>
            <a:chExt cx="5953623" cy="1238795"/>
          </a:xfrm>
        </p:grpSpPr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A134C66D-C6B4-66F7-1539-845B93193C42}"/>
                </a:ext>
              </a:extLst>
            </p:cNvPr>
            <p:cNvGrpSpPr/>
            <p:nvPr/>
          </p:nvGrpSpPr>
          <p:grpSpPr>
            <a:xfrm>
              <a:off x="0" y="-192881"/>
              <a:ext cx="5953623" cy="1238795"/>
              <a:chOff x="0" y="-38100"/>
              <a:chExt cx="1176024" cy="244700"/>
            </a:xfrm>
          </p:grpSpPr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E176F4E4-5163-C1BD-B125-F90B5EF84C45}"/>
                  </a:ext>
                </a:extLst>
              </p:cNvPr>
              <p:cNvSpPr/>
              <p:nvPr/>
            </p:nvSpPr>
            <p:spPr>
              <a:xfrm>
                <a:off x="0" y="-38100"/>
                <a:ext cx="1176024" cy="244700"/>
              </a:xfrm>
              <a:custGeom>
                <a:avLst/>
                <a:gdLst/>
                <a:ahLst/>
                <a:cxnLst/>
                <a:rect l="l" t="t" r="r" b="b"/>
                <a:pathLst>
                  <a:path w="733922" h="186926">
                    <a:moveTo>
                      <a:pt x="93463" y="0"/>
                    </a:moveTo>
                    <a:lnTo>
                      <a:pt x="640459" y="0"/>
                    </a:lnTo>
                    <a:cubicBezTo>
                      <a:pt x="665247" y="0"/>
                      <a:pt x="689020" y="9847"/>
                      <a:pt x="706548" y="27375"/>
                    </a:cubicBezTo>
                    <a:cubicBezTo>
                      <a:pt x="724075" y="44902"/>
                      <a:pt x="733922" y="68675"/>
                      <a:pt x="733922" y="93463"/>
                    </a:cubicBezTo>
                    <a:lnTo>
                      <a:pt x="733922" y="93463"/>
                    </a:lnTo>
                    <a:cubicBezTo>
                      <a:pt x="733922" y="118251"/>
                      <a:pt x="724075" y="142024"/>
                      <a:pt x="706548" y="159551"/>
                    </a:cubicBezTo>
                    <a:cubicBezTo>
                      <a:pt x="689020" y="177079"/>
                      <a:pt x="665247" y="186926"/>
                      <a:pt x="640459" y="186926"/>
                    </a:cubicBezTo>
                    <a:lnTo>
                      <a:pt x="93463" y="186926"/>
                    </a:lnTo>
                    <a:cubicBezTo>
                      <a:pt x="68675" y="186926"/>
                      <a:pt x="44902" y="177079"/>
                      <a:pt x="27375" y="159551"/>
                    </a:cubicBezTo>
                    <a:cubicBezTo>
                      <a:pt x="9847" y="142024"/>
                      <a:pt x="0" y="118251"/>
                      <a:pt x="0" y="93463"/>
                    </a:cubicBezTo>
                    <a:lnTo>
                      <a:pt x="0" y="93463"/>
                    </a:lnTo>
                    <a:cubicBezTo>
                      <a:pt x="0" y="68675"/>
                      <a:pt x="9847" y="44902"/>
                      <a:pt x="27375" y="27375"/>
                    </a:cubicBezTo>
                    <a:cubicBezTo>
                      <a:pt x="44902" y="9847"/>
                      <a:pt x="68675" y="0"/>
                      <a:pt x="93463" y="0"/>
                    </a:cubicBezTo>
                    <a:close/>
                  </a:path>
                </a:pathLst>
              </a:custGeom>
              <a:solidFill>
                <a:srgbClr val="EB1D26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9">
                <a:extLst>
                  <a:ext uri="{FF2B5EF4-FFF2-40B4-BE49-F238E27FC236}">
                    <a16:creationId xmlns:a16="http://schemas.microsoft.com/office/drawing/2014/main" id="{EA756317-E520-2527-9A95-7C0A118EFDB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33922" cy="2250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69EC77DE-9496-6FF0-2C87-8CAA48E00123}"/>
                </a:ext>
              </a:extLst>
            </p:cNvPr>
            <p:cNvSpPr txBox="1"/>
            <p:nvPr/>
          </p:nvSpPr>
          <p:spPr>
            <a:xfrm>
              <a:off x="739251" y="-4785"/>
              <a:ext cx="4604774" cy="8479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0"/>
                </a:lnSpc>
                <a:spcBef>
                  <a:spcPct val="0"/>
                </a:spcBef>
              </a:pPr>
              <a:r>
                <a:rPr lang="en-US" sz="3793" b="1" err="1">
                  <a:solidFill>
                    <a:srgbClr val="F9F3E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장현석</a:t>
              </a:r>
              <a:r>
                <a:rPr lang="en-US" sz="3793" b="1">
                  <a:solidFill>
                    <a:srgbClr val="F9F3E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, </a:t>
              </a:r>
              <a:r>
                <a:rPr lang="ko-KR" altLang="en-US" sz="3793" b="1">
                  <a:solidFill>
                    <a:srgbClr val="F9F3E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정민성</a:t>
              </a:r>
              <a:endParaRPr lang="en-US" sz="3793" b="1">
                <a:solidFill>
                  <a:srgbClr val="F9F3E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F55A0452E259A48B3B4C299F7910F31" ma:contentTypeVersion="13" ma:contentTypeDescription="새 문서를 만듭니다." ma:contentTypeScope="" ma:versionID="b364df0f7fc7214a6c6fdd60631b53dc">
  <xsd:schema xmlns:xsd="http://www.w3.org/2001/XMLSchema" xmlns:xs="http://www.w3.org/2001/XMLSchema" xmlns:p="http://schemas.microsoft.com/office/2006/metadata/properties" xmlns:ns2="dda23731-9eaf-490a-9b69-c34e96cf22ca" xmlns:ns3="9639060b-3e32-4c2b-b0e0-7d61e1a1e0fb" targetNamespace="http://schemas.microsoft.com/office/2006/metadata/properties" ma:root="true" ma:fieldsID="7f78f63bab6a36d0af141f3290487eb5" ns2:_="" ns3:_="">
    <xsd:import namespace="dda23731-9eaf-490a-9b69-c34e96cf22ca"/>
    <xsd:import namespace="9639060b-3e32-4c2b-b0e0-7d61e1a1e0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a23731-9eaf-490a-9b69-c34e96cf22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59f65d27-7d66-41f1-9e86-1d8e565610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39060b-3e32-4c2b-b0e0-7d61e1a1e0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9662a04-7a19-4039-b2bc-f3f6dc3d41b1}" ma:internalName="TaxCatchAll" ma:showField="CatchAllData" ma:web="9639060b-3e32-4c2b-b0e0-7d61e1a1e0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a23731-9eaf-490a-9b69-c34e96cf22ca">
      <Terms xmlns="http://schemas.microsoft.com/office/infopath/2007/PartnerControls"/>
    </lcf76f155ced4ddcb4097134ff3c332f>
    <TaxCatchAll xmlns="9639060b-3e32-4c2b-b0e0-7d61e1a1e0fb" xsi:nil="true"/>
  </documentManagement>
</p:properties>
</file>

<file path=customXml/itemProps1.xml><?xml version="1.0" encoding="utf-8"?>
<ds:datastoreItem xmlns:ds="http://schemas.openxmlformats.org/officeDocument/2006/customXml" ds:itemID="{DF4B9ED8-E65D-4CCB-B313-FA5ACFE600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a23731-9eaf-490a-9b69-c34e96cf22ca"/>
    <ds:schemaRef ds:uri="9639060b-3e32-4c2b-b0e0-7d61e1a1e0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AD56E5-9E1C-4A01-98D7-8231E1C7EA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D85453-B596-40E6-A0D7-7862A69D9F81}">
  <ds:schemaRefs>
    <ds:schemaRef ds:uri="9639060b-3e32-4c2b-b0e0-7d61e1a1e0fb"/>
    <ds:schemaRef ds:uri="dda23731-9eaf-490a-9b69-c34e96cf22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1955</Words>
  <Application>Microsoft Office PowerPoint</Application>
  <PresentationFormat>사용자 지정</PresentationFormat>
  <Paragraphs>244</Paragraphs>
  <Slides>11</Slides>
  <Notes>11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레드 그레이 깔끔한 프로젝트 프레젠테이션</dc:title>
  <dc:creator>정민성</dc:creator>
  <cp:lastModifiedBy>정민성</cp:lastModifiedBy>
  <cp:revision>3</cp:revision>
  <dcterms:created xsi:type="dcterms:W3CDTF">2006-08-16T00:00:00Z</dcterms:created>
  <dcterms:modified xsi:type="dcterms:W3CDTF">2025-04-11T12:13:01Z</dcterms:modified>
  <dc:identifier>DAGewWZJ80o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0x010100BF55A0452E259A48B3B4C299F7910F31</vt:lpwstr>
  </property>
  <property fmtid="{D5CDD505-2E9C-101B-9397-08002B2CF9AE}" pid="3" name="MediaServiceImageTags">
    <vt:lpwstr/>
  </property>
</Properties>
</file>