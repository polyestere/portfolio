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94" r:id="rId7"/>
    <p:sldId id="296" r:id="rId8"/>
    <p:sldId id="295" r:id="rId9"/>
    <p:sldId id="301" r:id="rId10"/>
    <p:sldId id="285" r:id="rId11"/>
    <p:sldId id="299" r:id="rId12"/>
    <p:sldId id="300" r:id="rId13"/>
    <p:sldId id="305" r:id="rId14"/>
    <p:sldId id="304" r:id="rId15"/>
    <p:sldId id="302" r:id="rId16"/>
    <p:sldId id="263" r:id="rId17"/>
  </p:sldIdLst>
  <p:sldSz cx="18288000" cy="10287000"/>
  <p:notesSz cx="6858000" cy="9144000"/>
  <p:embeddedFontLst>
    <p:embeddedFont>
      <p:font typeface="Source Han Sans KR" panose="020B0600000101010101" charset="-127"/>
      <p:regular r:id="rId19"/>
    </p:embeddedFont>
    <p:embeddedFont>
      <p:font typeface="Source Han Sans KR Bold" panose="020B0600000101010101" charset="-127"/>
      <p:regular r:id="rId20"/>
      <p:bold r:id="rId21"/>
    </p:embeddedFont>
    <p:embeddedFont>
      <p:font typeface="Source Han Sans KR Medium" panose="020B0600000101010101" charset="-127"/>
      <p:regular r:id="rId22"/>
    </p:embeddedFont>
    <p:embeddedFont>
      <p:font typeface="Bruno" panose="020B0600000101010101" charset="-79"/>
      <p:regular r:id="rId23"/>
    </p:embeddedFont>
    <p:embeddedFont>
      <p:font typeface="Cambria Math" panose="02040503050406030204" pitchFamily="18" charset="0"/>
      <p:regular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1D26"/>
    <a:srgbClr val="1A1A1A"/>
    <a:srgbClr val="FAFAFA"/>
    <a:srgbClr val="0095EA"/>
    <a:srgbClr val="FFFFFF"/>
    <a:srgbClr val="00E66F"/>
    <a:srgbClr val="FFD626"/>
    <a:srgbClr val="E4E4E4"/>
    <a:srgbClr val="284B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73621A-13ED-4952-9D56-124A1CF350C9}" v="11852" dt="2025-03-26T11:47:17.077"/>
    <p1510:client id="{BCBD4D82-18F0-4747-98E1-E469ED2AC6AF}" v="8176" dt="2025-03-26T09:30:48.3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게스트 사용자" userId="S::urn:spo:anon#cc5f862e77ea0689ad4fc0b6128f782dad37046050d2fe600da9dee578195a5a::" providerId="AD" clId="Web-{F734B7C7-1170-175D-D092-85E7E6457ED5}"/>
    <pc:docChg chg="modSld">
      <pc:chgData name="게스트 사용자" userId="S::urn:spo:anon#cc5f862e77ea0689ad4fc0b6128f782dad37046050d2fe600da9dee578195a5a::" providerId="AD" clId="Web-{F734B7C7-1170-175D-D092-85E7E6457ED5}" dt="2025-03-25T07:37:21.806" v="234" actId="20577"/>
      <pc:docMkLst>
        <pc:docMk/>
      </pc:docMkLst>
      <pc:sldChg chg="addSp modSp">
        <pc:chgData name="게스트 사용자" userId="S::urn:spo:anon#cc5f862e77ea0689ad4fc0b6128f782dad37046050d2fe600da9dee578195a5a::" providerId="AD" clId="Web-{F734B7C7-1170-175D-D092-85E7E6457ED5}" dt="2025-03-25T07:28:45.351" v="179" actId="1076"/>
        <pc:sldMkLst>
          <pc:docMk/>
          <pc:sldMk cId="0" sldId="256"/>
        </pc:sldMkLst>
        <pc:spChg chg="add mod">
          <ac:chgData name="게스트 사용자" userId="S::urn:spo:anon#cc5f862e77ea0689ad4fc0b6128f782dad37046050d2fe600da9dee578195a5a::" providerId="AD" clId="Web-{F734B7C7-1170-175D-D092-85E7E6457ED5}" dt="2025-03-25T07:28:45.351" v="179" actId="1076"/>
          <ac:spMkLst>
            <pc:docMk/>
            <pc:sldMk cId="0" sldId="256"/>
            <ac:spMk id="4" creationId="{CA271D82-D989-9E85-6AAC-1E61129B53FA}"/>
          </ac:spMkLst>
        </pc:spChg>
        <pc:spChg chg="mod">
          <ac:chgData name="게스트 사용자" userId="S::urn:spo:anon#cc5f862e77ea0689ad4fc0b6128f782dad37046050d2fe600da9dee578195a5a::" providerId="AD" clId="Web-{F734B7C7-1170-175D-D092-85E7E6457ED5}" dt="2025-03-24T15:37:42.123" v="2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">
        <pc:chgData name="게스트 사용자" userId="S::urn:spo:anon#cc5f862e77ea0689ad4fc0b6128f782dad37046050d2fe600da9dee578195a5a::" providerId="AD" clId="Web-{F734B7C7-1170-175D-D092-85E7E6457ED5}" dt="2025-03-25T07:29:34.119" v="184" actId="14100"/>
        <pc:sldMkLst>
          <pc:docMk/>
          <pc:sldMk cId="0" sldId="257"/>
        </pc:sldMkLst>
        <pc:spChg chg="mod topLvl">
          <ac:chgData name="게스트 사용자" userId="S::urn:spo:anon#cc5f862e77ea0689ad4fc0b6128f782dad37046050d2fe600da9dee578195a5a::" providerId="AD" clId="Web-{F734B7C7-1170-175D-D092-85E7E6457ED5}" dt="2025-03-25T07:14:19.729" v="169" actId="20577"/>
          <ac:spMkLst>
            <pc:docMk/>
            <pc:sldMk cId="0" sldId="257"/>
            <ac:spMk id="4" creationId="{00000000-0000-0000-0000-000000000000}"/>
          </ac:spMkLst>
        </pc:spChg>
        <pc:spChg chg="mod topLvl">
          <ac:chgData name="게스트 사용자" userId="S::urn:spo:anon#cc5f862e77ea0689ad4fc0b6128f782dad37046050d2fe600da9dee578195a5a::" providerId="AD" clId="Web-{F734B7C7-1170-175D-D092-85E7E6457ED5}" dt="2025-03-25T07:13:06.164" v="108" actId="14100"/>
          <ac:spMkLst>
            <pc:docMk/>
            <pc:sldMk cId="0" sldId="257"/>
            <ac:spMk id="5" creationId="{00000000-0000-0000-0000-000000000000}"/>
          </ac:spMkLst>
        </pc:spChg>
        <pc:spChg chg="topLvl">
          <ac:chgData name="게스트 사용자" userId="S::urn:spo:anon#cc5f862e77ea0689ad4fc0b6128f782dad37046050d2fe600da9dee578195a5a::" providerId="AD" clId="Web-{F734B7C7-1170-175D-D092-85E7E6457ED5}" dt="2025-03-25T07:10:55.910" v="26"/>
          <ac:spMkLst>
            <pc:docMk/>
            <pc:sldMk cId="0" sldId="257"/>
            <ac:spMk id="12" creationId="{00000000-0000-0000-0000-000000000000}"/>
          </ac:spMkLst>
        </pc:spChg>
        <pc:spChg chg="topLvl">
          <ac:chgData name="게스트 사용자" userId="S::urn:spo:anon#cc5f862e77ea0689ad4fc0b6128f782dad37046050d2fe600da9dee578195a5a::" providerId="AD" clId="Web-{F734B7C7-1170-175D-D092-85E7E6457ED5}" dt="2025-03-25T07:10:55.910" v="26"/>
          <ac:spMkLst>
            <pc:docMk/>
            <pc:sldMk cId="0" sldId="257"/>
            <ac:spMk id="13" creationId="{00000000-0000-0000-0000-000000000000}"/>
          </ac:spMkLst>
        </pc:spChg>
        <pc:spChg chg="topLvl">
          <ac:chgData name="게스트 사용자" userId="S::urn:spo:anon#cc5f862e77ea0689ad4fc0b6128f782dad37046050d2fe600da9dee578195a5a::" providerId="AD" clId="Web-{F734B7C7-1170-175D-D092-85E7E6457ED5}" dt="2025-03-25T07:10:55.910" v="26"/>
          <ac:spMkLst>
            <pc:docMk/>
            <pc:sldMk cId="0" sldId="257"/>
            <ac:spMk id="14" creationId="{00000000-0000-0000-0000-000000000000}"/>
          </ac:spMkLst>
        </pc:spChg>
        <pc:spChg chg="topLvl">
          <ac:chgData name="게스트 사용자" userId="S::urn:spo:anon#cc5f862e77ea0689ad4fc0b6128f782dad37046050d2fe600da9dee578195a5a::" providerId="AD" clId="Web-{F734B7C7-1170-175D-D092-85E7E6457ED5}" dt="2025-03-25T07:10:55.910" v="26"/>
          <ac:spMkLst>
            <pc:docMk/>
            <pc:sldMk cId="0" sldId="257"/>
            <ac:spMk id="15" creationId="{00000000-0000-0000-0000-000000000000}"/>
          </ac:spMkLst>
        </pc:spChg>
        <pc:spChg chg="mod topLvl">
          <ac:chgData name="게스트 사용자" userId="S::urn:spo:anon#cc5f862e77ea0689ad4fc0b6128f782dad37046050d2fe600da9dee578195a5a::" providerId="AD" clId="Web-{F734B7C7-1170-175D-D092-85E7E6457ED5}" dt="2025-03-25T07:13:28.259" v="139" actId="14100"/>
          <ac:spMkLst>
            <pc:docMk/>
            <pc:sldMk cId="0" sldId="257"/>
            <ac:spMk id="16" creationId="{00000000-0000-0000-0000-000000000000}"/>
          </ac:spMkLst>
        </pc:spChg>
        <pc:spChg chg="mod topLvl">
          <ac:chgData name="게스트 사용자" userId="S::urn:spo:anon#cc5f862e77ea0689ad4fc0b6128f782dad37046050d2fe600da9dee578195a5a::" providerId="AD" clId="Web-{F734B7C7-1170-175D-D092-85E7E6457ED5}" dt="2025-03-25T07:29:31.306" v="183" actId="14100"/>
          <ac:spMkLst>
            <pc:docMk/>
            <pc:sldMk cId="0" sldId="257"/>
            <ac:spMk id="20" creationId="{00000000-0000-0000-0000-000000000000}"/>
          </ac:spMkLst>
        </pc:spChg>
        <pc:spChg chg="topLvl">
          <ac:chgData name="게스트 사용자" userId="S::urn:spo:anon#cc5f862e77ea0689ad4fc0b6128f782dad37046050d2fe600da9dee578195a5a::" providerId="AD" clId="Web-{F734B7C7-1170-175D-D092-85E7E6457ED5}" dt="2025-03-25T07:10:55.910" v="26"/>
          <ac:spMkLst>
            <pc:docMk/>
            <pc:sldMk cId="0" sldId="257"/>
            <ac:spMk id="21" creationId="{00000000-0000-0000-0000-000000000000}"/>
          </ac:spMkLst>
        </pc:spChg>
        <pc:spChg chg="add del">
          <ac:chgData name="게스트 사용자" userId="S::urn:spo:anon#cc5f862e77ea0689ad4fc0b6128f782dad37046050d2fe600da9dee578195a5a::" providerId="AD" clId="Web-{F734B7C7-1170-175D-D092-85E7E6457ED5}" dt="2025-03-25T07:11:18.114" v="32"/>
          <ac:spMkLst>
            <pc:docMk/>
            <pc:sldMk cId="0" sldId="257"/>
            <ac:spMk id="22" creationId="{E1ECC15E-6158-718C-D748-B6FB730D5211}"/>
          </ac:spMkLst>
        </pc:spChg>
        <pc:spChg chg="add del">
          <ac:chgData name="게스트 사용자" userId="S::urn:spo:anon#cc5f862e77ea0689ad4fc0b6128f782dad37046050d2fe600da9dee578195a5a::" providerId="AD" clId="Web-{F734B7C7-1170-175D-D092-85E7E6457ED5}" dt="2025-03-25T07:11:18.114" v="30"/>
          <ac:spMkLst>
            <pc:docMk/>
            <pc:sldMk cId="0" sldId="257"/>
            <ac:spMk id="26" creationId="{99239D7A-8678-FCC6-0A5C-E594A0D9DE5C}"/>
          </ac:spMkLst>
        </pc:spChg>
        <pc:spChg chg="add mod">
          <ac:chgData name="게스트 사용자" userId="S::urn:spo:anon#cc5f862e77ea0689ad4fc0b6128f782dad37046050d2fe600da9dee578195a5a::" providerId="AD" clId="Web-{F734B7C7-1170-175D-D092-85E7E6457ED5}" dt="2025-03-25T07:13:42.822" v="164" actId="14100"/>
          <ac:spMkLst>
            <pc:docMk/>
            <pc:sldMk cId="0" sldId="257"/>
            <ac:spMk id="27" creationId="{4DA2538D-6DBC-12BF-1710-6232E243CC20}"/>
          </ac:spMkLst>
        </pc:spChg>
        <pc:spChg chg="add mod">
          <ac:chgData name="게스트 사용자" userId="S::urn:spo:anon#cc5f862e77ea0689ad4fc0b6128f782dad37046050d2fe600da9dee578195a5a::" providerId="AD" clId="Web-{F734B7C7-1170-175D-D092-85E7E6457ED5}" dt="2025-03-25T07:11:34.224" v="41" actId="1076"/>
          <ac:spMkLst>
            <pc:docMk/>
            <pc:sldMk cId="0" sldId="257"/>
            <ac:spMk id="31" creationId="{4BE3012E-3CE6-D6A6-1094-1DB6E592F7DB}"/>
          </ac:spMkLst>
        </pc:spChg>
        <pc:spChg chg="add mod">
          <ac:chgData name="게스트 사용자" userId="S::urn:spo:anon#cc5f862e77ea0689ad4fc0b6128f782dad37046050d2fe600da9dee578195a5a::" providerId="AD" clId="Web-{F734B7C7-1170-175D-D092-85E7E6457ED5}" dt="2025-03-25T07:13:56.229" v="166" actId="1076"/>
          <ac:spMkLst>
            <pc:docMk/>
            <pc:sldMk cId="0" sldId="257"/>
            <ac:spMk id="32" creationId="{3F705610-0DF1-5526-8AD5-68F9E7F9C917}"/>
          </ac:spMkLst>
        </pc:spChg>
        <pc:grpChg chg="mod">
          <ac:chgData name="게스트 사용자" userId="S::urn:spo:anon#cc5f862e77ea0689ad4fc0b6128f782dad37046050d2fe600da9dee578195a5a::" providerId="AD" clId="Web-{F734B7C7-1170-175D-D092-85E7E6457ED5}" dt="2025-03-25T07:10:32.441" v="25" actId="1076"/>
          <ac:grpSpMkLst>
            <pc:docMk/>
            <pc:sldMk cId="0" sldId="257"/>
            <ac:grpSpMk id="3" creationId="{00000000-0000-0000-0000-000000000000}"/>
          </ac:grpSpMkLst>
        </pc:grpChg>
        <pc:grpChg chg="topLvl">
          <ac:chgData name="게스트 사용자" userId="S::urn:spo:anon#cc5f862e77ea0689ad4fc0b6128f782dad37046050d2fe600da9dee578195a5a::" providerId="AD" clId="Web-{F734B7C7-1170-175D-D092-85E7E6457ED5}" dt="2025-03-25T07:10:55.910" v="26"/>
          <ac:grpSpMkLst>
            <pc:docMk/>
            <pc:sldMk cId="0" sldId="257"/>
            <ac:grpSpMk id="6" creationId="{00000000-0000-0000-0000-000000000000}"/>
          </ac:grpSpMkLst>
        </pc:grpChg>
        <pc:grpChg chg="add del">
          <ac:chgData name="게스트 사용자" userId="S::urn:spo:anon#cc5f862e77ea0689ad4fc0b6128f782dad37046050d2fe600da9dee578195a5a::" providerId="AD" clId="Web-{F734B7C7-1170-175D-D092-85E7E6457ED5}" dt="2025-03-25T07:11:18.114" v="31"/>
          <ac:grpSpMkLst>
            <pc:docMk/>
            <pc:sldMk cId="0" sldId="257"/>
            <ac:grpSpMk id="23" creationId="{5BCDF608-3D00-91B1-AFEA-D1DD2D4D63B9}"/>
          </ac:grpSpMkLst>
        </pc:grpChg>
        <pc:grpChg chg="add mod">
          <ac:chgData name="게스트 사용자" userId="S::urn:spo:anon#cc5f862e77ea0689ad4fc0b6128f782dad37046050d2fe600da9dee578195a5a::" providerId="AD" clId="Web-{F734B7C7-1170-175D-D092-85E7E6457ED5}" dt="2025-03-25T07:11:34.208" v="40" actId="1076"/>
          <ac:grpSpMkLst>
            <pc:docMk/>
            <pc:sldMk cId="0" sldId="257"/>
            <ac:grpSpMk id="28" creationId="{A8030C66-14AA-4618-B6E1-915415C31A83}"/>
          </ac:grpSpMkLst>
        </pc:grpChg>
        <pc:grpChg chg="add mod">
          <ac:chgData name="게스트 사용자" userId="S::urn:spo:anon#cc5f862e77ea0689ad4fc0b6128f782dad37046050d2fe600da9dee578195a5a::" providerId="AD" clId="Web-{F734B7C7-1170-175D-D092-85E7E6457ED5}" dt="2025-03-25T07:29:34.119" v="184" actId="14100"/>
          <ac:grpSpMkLst>
            <pc:docMk/>
            <pc:sldMk cId="0" sldId="257"/>
            <ac:grpSpMk id="33" creationId="{B5ED523A-9538-B665-B566-6413C3BFDD33}"/>
          </ac:grpSpMkLst>
        </pc:grpChg>
      </pc:sldChg>
      <pc:sldChg chg="modSp">
        <pc:chgData name="게스트 사용자" userId="S::urn:spo:anon#cc5f862e77ea0689ad4fc0b6128f782dad37046050d2fe600da9dee578195a5a::" providerId="AD" clId="Web-{F734B7C7-1170-175D-D092-85E7E6457ED5}" dt="2025-03-24T15:38:18.218" v="3" actId="20577"/>
        <pc:sldMkLst>
          <pc:docMk/>
          <pc:sldMk cId="0" sldId="263"/>
        </pc:sldMkLst>
        <pc:spChg chg="mod">
          <ac:chgData name="게스트 사용자" userId="S::urn:spo:anon#cc5f862e77ea0689ad4fc0b6128f782dad37046050d2fe600da9dee578195a5a::" providerId="AD" clId="Web-{F734B7C7-1170-175D-D092-85E7E6457ED5}" dt="2025-03-24T15:38:18.218" v="3" actId="20577"/>
          <ac:spMkLst>
            <pc:docMk/>
            <pc:sldMk cId="0" sldId="263"/>
            <ac:spMk id="9" creationId="{00000000-0000-0000-0000-000000000000}"/>
          </ac:spMkLst>
        </pc:spChg>
      </pc:sldChg>
      <pc:sldChg chg="modSp">
        <pc:chgData name="게스트 사용자" userId="S::urn:spo:anon#cc5f862e77ea0689ad4fc0b6128f782dad37046050d2fe600da9dee578195a5a::" providerId="AD" clId="Web-{F734B7C7-1170-175D-D092-85E7E6457ED5}" dt="2025-03-25T07:37:21.806" v="234" actId="20577"/>
        <pc:sldMkLst>
          <pc:docMk/>
          <pc:sldMk cId="3198990838" sldId="267"/>
        </pc:sldMkLst>
        <pc:spChg chg="mod">
          <ac:chgData name="게스트 사용자" userId="S::urn:spo:anon#cc5f862e77ea0689ad4fc0b6128f782dad37046050d2fe600da9dee578195a5a::" providerId="AD" clId="Web-{F734B7C7-1170-175D-D092-85E7E6457ED5}" dt="2025-03-25T07:31:18.153" v="200" actId="20577"/>
          <ac:spMkLst>
            <pc:docMk/>
            <pc:sldMk cId="3198990838" sldId="267"/>
            <ac:spMk id="3" creationId="{EAE475E2-44E2-C20E-80FB-7C237B25240B}"/>
          </ac:spMkLst>
        </pc:spChg>
        <pc:spChg chg="mod">
          <ac:chgData name="게스트 사용자" userId="S::urn:spo:anon#cc5f862e77ea0689ad4fc0b6128f782dad37046050d2fe600da9dee578195a5a::" providerId="AD" clId="Web-{F734B7C7-1170-175D-D092-85E7E6457ED5}" dt="2025-03-25T07:37:21.806" v="234" actId="20577"/>
          <ac:spMkLst>
            <pc:docMk/>
            <pc:sldMk cId="3198990838" sldId="267"/>
            <ac:spMk id="6" creationId="{8FE22E91-F80A-7D00-6582-C3556B3F7EBC}"/>
          </ac:spMkLst>
        </pc:spChg>
      </pc:sldChg>
    </pc:docChg>
  </pc:docChgLst>
  <pc:docChgLst>
    <pc:chgData name="장현석" userId="8592f213-9b8b-47d9-b702-3d8a4a745257" providerId="ADAL" clId="{BCBD4D82-18F0-4747-98E1-E469ED2AC6AF}"/>
    <pc:docChg chg="undo custSel addSld delSld modSld sldOrd">
      <pc:chgData name="장현석" userId="8592f213-9b8b-47d9-b702-3d8a4a745257" providerId="ADAL" clId="{BCBD4D82-18F0-4747-98E1-E469ED2AC6AF}" dt="2025-03-26T09:30:48.307" v="11270" actId="20577"/>
      <pc:docMkLst>
        <pc:docMk/>
      </pc:docMkLst>
      <pc:sldChg chg="addSp delSp modSp mod">
        <pc:chgData name="장현석" userId="8592f213-9b8b-47d9-b702-3d8a4a745257" providerId="ADAL" clId="{BCBD4D82-18F0-4747-98E1-E469ED2AC6AF}" dt="2025-03-25T07:39:46.762" v="8" actId="14100"/>
        <pc:sldMkLst>
          <pc:docMk/>
          <pc:sldMk cId="0" sldId="257"/>
        </pc:sldMkLst>
        <pc:spChg chg="topLvl">
          <ac:chgData name="장현석" userId="8592f213-9b8b-47d9-b702-3d8a4a745257" providerId="ADAL" clId="{BCBD4D82-18F0-4747-98E1-E469ED2AC6AF}" dt="2025-03-25T07:38:46.025" v="2" actId="165"/>
          <ac:spMkLst>
            <pc:docMk/>
            <pc:sldMk cId="0" sldId="257"/>
            <ac:spMk id="5" creationId="{00000000-0000-0000-0000-000000000000}"/>
          </ac:spMkLst>
        </pc:spChg>
        <pc:spChg chg="topLvl">
          <ac:chgData name="장현석" userId="8592f213-9b8b-47d9-b702-3d8a4a745257" providerId="ADAL" clId="{BCBD4D82-18F0-4747-98E1-E469ED2AC6AF}" dt="2025-03-25T07:38:46.025" v="2" actId="165"/>
          <ac:spMkLst>
            <pc:docMk/>
            <pc:sldMk cId="0" sldId="257"/>
            <ac:spMk id="12" creationId="{00000000-0000-0000-0000-000000000000}"/>
          </ac:spMkLst>
        </pc:spChg>
        <pc:spChg chg="topLvl">
          <ac:chgData name="장현석" userId="8592f213-9b8b-47d9-b702-3d8a4a745257" providerId="ADAL" clId="{BCBD4D82-18F0-4747-98E1-E469ED2AC6AF}" dt="2025-03-25T07:38:46.025" v="2" actId="165"/>
          <ac:spMkLst>
            <pc:docMk/>
            <pc:sldMk cId="0" sldId="257"/>
            <ac:spMk id="13" creationId="{00000000-0000-0000-0000-000000000000}"/>
          </ac:spMkLst>
        </pc:spChg>
        <pc:spChg chg="mod topLvl">
          <ac:chgData name="장현석" userId="8592f213-9b8b-47d9-b702-3d8a4a745257" providerId="ADAL" clId="{BCBD4D82-18F0-4747-98E1-E469ED2AC6AF}" dt="2025-03-25T07:38:50.675" v="4" actId="14100"/>
          <ac:spMkLst>
            <pc:docMk/>
            <pc:sldMk cId="0" sldId="257"/>
            <ac:spMk id="14" creationId="{00000000-0000-0000-0000-000000000000}"/>
          </ac:spMkLst>
        </pc:spChg>
        <pc:spChg chg="mod topLvl">
          <ac:chgData name="장현석" userId="8592f213-9b8b-47d9-b702-3d8a4a745257" providerId="ADAL" clId="{BCBD4D82-18F0-4747-98E1-E469ED2AC6AF}" dt="2025-03-25T07:38:50.675" v="4" actId="14100"/>
          <ac:spMkLst>
            <pc:docMk/>
            <pc:sldMk cId="0" sldId="257"/>
            <ac:spMk id="15" creationId="{00000000-0000-0000-0000-000000000000}"/>
          </ac:spMkLst>
        </pc:spChg>
        <pc:spChg chg="topLvl">
          <ac:chgData name="장현석" userId="8592f213-9b8b-47d9-b702-3d8a4a745257" providerId="ADAL" clId="{BCBD4D82-18F0-4747-98E1-E469ED2AC6AF}" dt="2025-03-25T07:38:46.025" v="2" actId="165"/>
          <ac:spMkLst>
            <pc:docMk/>
            <pc:sldMk cId="0" sldId="257"/>
            <ac:spMk id="16" creationId="{00000000-0000-0000-0000-000000000000}"/>
          </ac:spMkLst>
        </pc:spChg>
        <pc:spChg chg="mod topLvl">
          <ac:chgData name="장현석" userId="8592f213-9b8b-47d9-b702-3d8a4a745257" providerId="ADAL" clId="{BCBD4D82-18F0-4747-98E1-E469ED2AC6AF}" dt="2025-03-25T07:38:50.675" v="4" actId="14100"/>
          <ac:spMkLst>
            <pc:docMk/>
            <pc:sldMk cId="0" sldId="257"/>
            <ac:spMk id="21" creationId="{00000000-0000-0000-0000-000000000000}"/>
          </ac:spMkLst>
        </pc:spChg>
        <pc:spChg chg="topLvl">
          <ac:chgData name="장현석" userId="8592f213-9b8b-47d9-b702-3d8a4a745257" providerId="ADAL" clId="{BCBD4D82-18F0-4747-98E1-E469ED2AC6AF}" dt="2025-03-25T07:38:46.025" v="2" actId="165"/>
          <ac:spMkLst>
            <pc:docMk/>
            <pc:sldMk cId="0" sldId="257"/>
            <ac:spMk id="27" creationId="{4DA2538D-6DBC-12BF-1710-6232E243CC20}"/>
          </ac:spMkLst>
        </pc:spChg>
        <pc:spChg chg="mod topLvl">
          <ac:chgData name="장현석" userId="8592f213-9b8b-47d9-b702-3d8a4a745257" providerId="ADAL" clId="{BCBD4D82-18F0-4747-98E1-E469ED2AC6AF}" dt="2025-03-25T07:38:50.675" v="4" actId="14100"/>
          <ac:spMkLst>
            <pc:docMk/>
            <pc:sldMk cId="0" sldId="257"/>
            <ac:spMk id="31" creationId="{4BE3012E-3CE6-D6A6-1094-1DB6E592F7DB}"/>
          </ac:spMkLst>
        </pc:spChg>
        <pc:spChg chg="topLvl">
          <ac:chgData name="장현석" userId="8592f213-9b8b-47d9-b702-3d8a4a745257" providerId="ADAL" clId="{BCBD4D82-18F0-4747-98E1-E469ED2AC6AF}" dt="2025-03-25T07:38:46.025" v="2" actId="165"/>
          <ac:spMkLst>
            <pc:docMk/>
            <pc:sldMk cId="0" sldId="257"/>
            <ac:spMk id="32" creationId="{3F705610-0DF1-5526-8AD5-68F9E7F9C917}"/>
          </ac:spMkLst>
        </pc:spChg>
        <pc:grpChg chg="add mod">
          <ac:chgData name="장현석" userId="8592f213-9b8b-47d9-b702-3d8a4a745257" providerId="ADAL" clId="{BCBD4D82-18F0-4747-98E1-E469ED2AC6AF}" dt="2025-03-25T07:39:46.762" v="8" actId="14100"/>
          <ac:grpSpMkLst>
            <pc:docMk/>
            <pc:sldMk cId="0" sldId="257"/>
            <ac:grpSpMk id="3" creationId="{749CF2EC-1B4B-96A9-5A11-16A2B4FA7EBE}"/>
          </ac:grpSpMkLst>
        </pc:grpChg>
        <pc:grpChg chg="mod">
          <ac:chgData name="장현석" userId="8592f213-9b8b-47d9-b702-3d8a4a745257" providerId="ADAL" clId="{BCBD4D82-18F0-4747-98E1-E469ED2AC6AF}" dt="2025-03-25T07:38:50.675" v="4" actId="14100"/>
          <ac:grpSpMkLst>
            <pc:docMk/>
            <pc:sldMk cId="0" sldId="257"/>
            <ac:grpSpMk id="6" creationId="{00000000-0000-0000-0000-000000000000}"/>
          </ac:grpSpMkLst>
        </pc:grpChg>
        <pc:grpChg chg="mod">
          <ac:chgData name="장현석" userId="8592f213-9b8b-47d9-b702-3d8a4a745257" providerId="ADAL" clId="{BCBD4D82-18F0-4747-98E1-E469ED2AC6AF}" dt="2025-03-25T07:38:50.675" v="4" actId="14100"/>
          <ac:grpSpMkLst>
            <pc:docMk/>
            <pc:sldMk cId="0" sldId="257"/>
            <ac:grpSpMk id="9" creationId="{00000000-0000-0000-0000-000000000000}"/>
          </ac:grpSpMkLst>
        </pc:grpChg>
        <pc:grpChg chg="mod">
          <ac:chgData name="장현석" userId="8592f213-9b8b-47d9-b702-3d8a4a745257" providerId="ADAL" clId="{BCBD4D82-18F0-4747-98E1-E469ED2AC6AF}" dt="2025-03-25T07:38:50.675" v="4" actId="14100"/>
          <ac:grpSpMkLst>
            <pc:docMk/>
            <pc:sldMk cId="0" sldId="257"/>
            <ac:grpSpMk id="17" creationId="{00000000-0000-0000-0000-000000000000}"/>
          </ac:grpSpMkLst>
        </pc:grpChg>
        <pc:grpChg chg="mod">
          <ac:chgData name="장현석" userId="8592f213-9b8b-47d9-b702-3d8a4a745257" providerId="ADAL" clId="{BCBD4D82-18F0-4747-98E1-E469ED2AC6AF}" dt="2025-03-25T07:38:50.675" v="4" actId="14100"/>
          <ac:grpSpMkLst>
            <pc:docMk/>
            <pc:sldMk cId="0" sldId="257"/>
            <ac:grpSpMk id="28" creationId="{A8030C66-14AA-4618-B6E1-915415C31A83}"/>
          </ac:grpSpMkLst>
        </pc:grpChg>
        <pc:grpChg chg="mod">
          <ac:chgData name="장현석" userId="8592f213-9b8b-47d9-b702-3d8a4a745257" providerId="ADAL" clId="{BCBD4D82-18F0-4747-98E1-E469ED2AC6AF}" dt="2025-03-25T07:38:32.926" v="1" actId="14100"/>
          <ac:grpSpMkLst>
            <pc:docMk/>
            <pc:sldMk cId="0" sldId="257"/>
            <ac:grpSpMk id="33" creationId="{B5ED523A-9538-B665-B566-6413C3BFDD33}"/>
          </ac:grpSpMkLst>
        </pc:grpChg>
      </pc:sldChg>
      <pc:sldChg chg="addSp delSp modSp del mod">
        <pc:chgData name="장현석" userId="8592f213-9b8b-47d9-b702-3d8a4a745257" providerId="ADAL" clId="{BCBD4D82-18F0-4747-98E1-E469ED2AC6AF}" dt="2025-03-25T08:30:49.629" v="1127" actId="2696"/>
        <pc:sldMkLst>
          <pc:docMk/>
          <pc:sldMk cId="3198990838" sldId="267"/>
        </pc:sldMkLst>
        <pc:spChg chg="add mod">
          <ac:chgData name="장현석" userId="8592f213-9b8b-47d9-b702-3d8a4a745257" providerId="ADAL" clId="{BCBD4D82-18F0-4747-98E1-E469ED2AC6AF}" dt="2025-03-25T07:48:57.548" v="468" actId="20577"/>
          <ac:spMkLst>
            <pc:docMk/>
            <pc:sldMk cId="3198990838" sldId="267"/>
            <ac:spMk id="4" creationId="{23A067AC-F243-1324-02BD-A64690460AED}"/>
          </ac:spMkLst>
        </pc:spChg>
        <pc:spChg chg="add del mod">
          <ac:chgData name="장현석" userId="8592f213-9b8b-47d9-b702-3d8a4a745257" providerId="ADAL" clId="{BCBD4D82-18F0-4747-98E1-E469ED2AC6AF}" dt="2025-03-25T08:17:55.901" v="517"/>
          <ac:spMkLst>
            <pc:docMk/>
            <pc:sldMk cId="3198990838" sldId="267"/>
            <ac:spMk id="5" creationId="{C1CE8D3E-1B05-A848-5A10-31A17B7ECFA5}"/>
          </ac:spMkLst>
        </pc:spChg>
        <pc:spChg chg="mod">
          <ac:chgData name="장현석" userId="8592f213-9b8b-47d9-b702-3d8a4a745257" providerId="ADAL" clId="{BCBD4D82-18F0-4747-98E1-E469ED2AC6AF}" dt="2025-03-25T07:47:17.437" v="216" actId="20577"/>
          <ac:spMkLst>
            <pc:docMk/>
            <pc:sldMk cId="3198990838" sldId="267"/>
            <ac:spMk id="6" creationId="{8FE22E91-F80A-7D00-6582-C3556B3F7EBC}"/>
          </ac:spMkLst>
        </pc:spChg>
        <pc:spChg chg="mod">
          <ac:chgData name="장현석" userId="8592f213-9b8b-47d9-b702-3d8a4a745257" providerId="ADAL" clId="{BCBD4D82-18F0-4747-98E1-E469ED2AC6AF}" dt="2025-03-25T07:40:24.974" v="9" actId="1076"/>
          <ac:spMkLst>
            <pc:docMk/>
            <pc:sldMk cId="3198990838" sldId="267"/>
            <ac:spMk id="12" creationId="{62F19567-2E88-AD43-5DD3-CEB3E4663DB3}"/>
          </ac:spMkLst>
        </pc:spChg>
        <pc:spChg chg="mod">
          <ac:chgData name="장현석" userId="8592f213-9b8b-47d9-b702-3d8a4a745257" providerId="ADAL" clId="{BCBD4D82-18F0-4747-98E1-E469ED2AC6AF}" dt="2025-03-25T07:40:38.592" v="19" actId="1076"/>
          <ac:spMkLst>
            <pc:docMk/>
            <pc:sldMk cId="3198990838" sldId="267"/>
            <ac:spMk id="13" creationId="{A6B09744-CED9-C12A-63F9-B4F9086F1086}"/>
          </ac:spMkLst>
        </pc:spChg>
        <pc:picChg chg="del">
          <ac:chgData name="장현석" userId="8592f213-9b8b-47d9-b702-3d8a4a745257" providerId="ADAL" clId="{BCBD4D82-18F0-4747-98E1-E469ED2AC6AF}" dt="2025-03-25T08:17:49.791" v="510" actId="478"/>
          <ac:picMkLst>
            <pc:docMk/>
            <pc:sldMk cId="3198990838" sldId="267"/>
            <ac:picMk id="7" creationId="{7773C919-82CA-CD3C-9239-3BB3BC9D0455}"/>
          </ac:picMkLst>
        </pc:picChg>
        <pc:picChg chg="add del mod">
          <ac:chgData name="장현석" userId="8592f213-9b8b-47d9-b702-3d8a4a745257" providerId="ADAL" clId="{BCBD4D82-18F0-4747-98E1-E469ED2AC6AF}" dt="2025-03-25T08:17:53.749" v="513" actId="478"/>
          <ac:picMkLst>
            <pc:docMk/>
            <pc:sldMk cId="3198990838" sldId="267"/>
            <ac:picMk id="8" creationId="{06349E73-09A9-065B-FB33-4BF9C4C39218}"/>
          </ac:picMkLst>
        </pc:picChg>
        <pc:picChg chg="add mod">
          <ac:chgData name="장현석" userId="8592f213-9b8b-47d9-b702-3d8a4a745257" providerId="ADAL" clId="{BCBD4D82-18F0-4747-98E1-E469ED2AC6AF}" dt="2025-03-25T08:17:51.974" v="511" actId="1076"/>
          <ac:picMkLst>
            <pc:docMk/>
            <pc:sldMk cId="3198990838" sldId="267"/>
            <ac:picMk id="1026" creationId="{7A8D34A3-C7C5-93EB-8C0F-1C1B3342E062}"/>
          </ac:picMkLst>
        </pc:picChg>
      </pc:sldChg>
      <pc:sldChg chg="del">
        <pc:chgData name="장현석" userId="8592f213-9b8b-47d9-b702-3d8a4a745257" providerId="ADAL" clId="{BCBD4D82-18F0-4747-98E1-E469ED2AC6AF}" dt="2025-03-25T11:17:20.286" v="5143" actId="2696"/>
        <pc:sldMkLst>
          <pc:docMk/>
          <pc:sldMk cId="2287826787" sldId="282"/>
        </pc:sldMkLst>
      </pc:sldChg>
      <pc:sldChg chg="del">
        <pc:chgData name="장현석" userId="8592f213-9b8b-47d9-b702-3d8a4a745257" providerId="ADAL" clId="{BCBD4D82-18F0-4747-98E1-E469ED2AC6AF}" dt="2025-03-25T11:14:17.458" v="5079" actId="2696"/>
        <pc:sldMkLst>
          <pc:docMk/>
          <pc:sldMk cId="3157987302" sldId="283"/>
        </pc:sldMkLst>
      </pc:sldChg>
      <pc:sldChg chg="del">
        <pc:chgData name="장현석" userId="8592f213-9b8b-47d9-b702-3d8a4a745257" providerId="ADAL" clId="{BCBD4D82-18F0-4747-98E1-E469ED2AC6AF}" dt="2025-03-25T11:14:18.380" v="5080" actId="2696"/>
        <pc:sldMkLst>
          <pc:docMk/>
          <pc:sldMk cId="102481661" sldId="284"/>
        </pc:sldMkLst>
      </pc:sldChg>
      <pc:sldChg chg="del">
        <pc:chgData name="장현석" userId="8592f213-9b8b-47d9-b702-3d8a4a745257" providerId="ADAL" clId="{BCBD4D82-18F0-4747-98E1-E469ED2AC6AF}" dt="2025-03-25T11:17:16.680" v="5142" actId="2696"/>
        <pc:sldMkLst>
          <pc:docMk/>
          <pc:sldMk cId="39929321" sldId="288"/>
        </pc:sldMkLst>
      </pc:sldChg>
      <pc:sldChg chg="add del">
        <pc:chgData name="장현석" userId="8592f213-9b8b-47d9-b702-3d8a4a745257" providerId="ADAL" clId="{BCBD4D82-18F0-4747-98E1-E469ED2AC6AF}" dt="2025-03-25T08:23:22.334" v="718" actId="2696"/>
        <pc:sldMkLst>
          <pc:docMk/>
          <pc:sldMk cId="200668996" sldId="292"/>
        </pc:sldMkLst>
      </pc:sldChg>
      <pc:sldChg chg="addSp delSp modSp add del mod">
        <pc:chgData name="장현석" userId="8592f213-9b8b-47d9-b702-3d8a4a745257" providerId="ADAL" clId="{BCBD4D82-18F0-4747-98E1-E469ED2AC6AF}" dt="2025-03-25T08:46:14.024" v="2200" actId="2696"/>
        <pc:sldMkLst>
          <pc:docMk/>
          <pc:sldMk cId="1367482410" sldId="293"/>
        </pc:sldMkLst>
        <pc:spChg chg="del mod">
          <ac:chgData name="장현석" userId="8592f213-9b8b-47d9-b702-3d8a4a745257" providerId="ADAL" clId="{BCBD4D82-18F0-4747-98E1-E469ED2AC6AF}" dt="2025-03-25T08:18:01.313" v="520" actId="478"/>
          <ac:spMkLst>
            <pc:docMk/>
            <pc:sldMk cId="1367482410" sldId="293"/>
            <ac:spMk id="4" creationId="{E7F33F2F-0BF9-8A8B-E11C-F67ADA99575E}"/>
          </ac:spMkLst>
        </pc:spChg>
        <pc:spChg chg="mod">
          <ac:chgData name="장현석" userId="8592f213-9b8b-47d9-b702-3d8a4a745257" providerId="ADAL" clId="{BCBD4D82-18F0-4747-98E1-E469ED2AC6AF}" dt="2025-03-25T08:27:45.253" v="870" actId="20577"/>
          <ac:spMkLst>
            <pc:docMk/>
            <pc:sldMk cId="1367482410" sldId="293"/>
            <ac:spMk id="6" creationId="{54AAA4D6-B7C1-B60B-A2BB-7A87CBEACF5C}"/>
          </ac:spMkLst>
        </pc:spChg>
        <pc:spChg chg="add mod">
          <ac:chgData name="장현석" userId="8592f213-9b8b-47d9-b702-3d8a4a745257" providerId="ADAL" clId="{BCBD4D82-18F0-4747-98E1-E469ED2AC6AF}" dt="2025-03-25T08:20:09.403" v="659" actId="1076"/>
          <ac:spMkLst>
            <pc:docMk/>
            <pc:sldMk cId="1367482410" sldId="293"/>
            <ac:spMk id="8" creationId="{CADC2610-BD4A-95B7-025D-1D30A8B97F50}"/>
          </ac:spMkLst>
        </pc:spChg>
        <pc:spChg chg="add mod">
          <ac:chgData name="장현석" userId="8592f213-9b8b-47d9-b702-3d8a4a745257" providerId="ADAL" clId="{BCBD4D82-18F0-4747-98E1-E469ED2AC6AF}" dt="2025-03-25T08:25:59.318" v="741" actId="1076"/>
          <ac:spMkLst>
            <pc:docMk/>
            <pc:sldMk cId="1367482410" sldId="293"/>
            <ac:spMk id="9" creationId="{8BC3A23B-752F-F055-669D-44C75FFB8C35}"/>
          </ac:spMkLst>
        </pc:spChg>
        <pc:spChg chg="add mod">
          <ac:chgData name="장현석" userId="8592f213-9b8b-47d9-b702-3d8a4a745257" providerId="ADAL" clId="{BCBD4D82-18F0-4747-98E1-E469ED2AC6AF}" dt="2025-03-25T08:25:59.318" v="741" actId="1076"/>
          <ac:spMkLst>
            <pc:docMk/>
            <pc:sldMk cId="1367482410" sldId="293"/>
            <ac:spMk id="10" creationId="{E001EE93-EC2B-BDD4-C643-6C5B7E5D9264}"/>
          </ac:spMkLst>
        </pc:spChg>
        <pc:spChg chg="mod">
          <ac:chgData name="장현석" userId="8592f213-9b8b-47d9-b702-3d8a4a745257" providerId="ADAL" clId="{BCBD4D82-18F0-4747-98E1-E469ED2AC6AF}" dt="2025-03-25T08:23:48.058" v="727" actId="1035"/>
          <ac:spMkLst>
            <pc:docMk/>
            <pc:sldMk cId="1367482410" sldId="293"/>
            <ac:spMk id="11" creationId="{D79C035B-81F6-9057-1434-04DAD93C28BF}"/>
          </ac:spMkLst>
        </pc:spChg>
        <pc:spChg chg="del">
          <ac:chgData name="장현석" userId="8592f213-9b8b-47d9-b702-3d8a4a745257" providerId="ADAL" clId="{BCBD4D82-18F0-4747-98E1-E469ED2AC6AF}" dt="2025-03-25T08:18:02.221" v="521" actId="478"/>
          <ac:spMkLst>
            <pc:docMk/>
            <pc:sldMk cId="1367482410" sldId="293"/>
            <ac:spMk id="12" creationId="{15A6B11C-5A45-5E19-2196-E161DB05DBD6}"/>
          </ac:spMkLst>
        </pc:spChg>
        <pc:spChg chg="del">
          <ac:chgData name="장현석" userId="8592f213-9b8b-47d9-b702-3d8a4a745257" providerId="ADAL" clId="{BCBD4D82-18F0-4747-98E1-E469ED2AC6AF}" dt="2025-03-25T08:18:03.088" v="522" actId="478"/>
          <ac:spMkLst>
            <pc:docMk/>
            <pc:sldMk cId="1367482410" sldId="293"/>
            <ac:spMk id="13" creationId="{FDB07DB6-FEC1-9BF3-65C7-05086F5FBD58}"/>
          </ac:spMkLst>
        </pc:spChg>
        <pc:spChg chg="add mod">
          <ac:chgData name="장현석" userId="8592f213-9b8b-47d9-b702-3d8a4a745257" providerId="ADAL" clId="{BCBD4D82-18F0-4747-98E1-E469ED2AC6AF}" dt="2025-03-25T08:25:59.318" v="741" actId="1076"/>
          <ac:spMkLst>
            <pc:docMk/>
            <pc:sldMk cId="1367482410" sldId="293"/>
            <ac:spMk id="14" creationId="{91D1910C-4D6D-4078-EDDE-376E4893704D}"/>
          </ac:spMkLst>
        </pc:spChg>
        <pc:spChg chg="add mod">
          <ac:chgData name="장현석" userId="8592f213-9b8b-47d9-b702-3d8a4a745257" providerId="ADAL" clId="{BCBD4D82-18F0-4747-98E1-E469ED2AC6AF}" dt="2025-03-25T08:25:59.318" v="741" actId="1076"/>
          <ac:spMkLst>
            <pc:docMk/>
            <pc:sldMk cId="1367482410" sldId="293"/>
            <ac:spMk id="15" creationId="{4E1D779C-8FCC-8690-6FDC-FC87A3410B89}"/>
          </ac:spMkLst>
        </pc:spChg>
        <pc:spChg chg="add mod">
          <ac:chgData name="장현석" userId="8592f213-9b8b-47d9-b702-3d8a4a745257" providerId="ADAL" clId="{BCBD4D82-18F0-4747-98E1-E469ED2AC6AF}" dt="2025-03-25T08:25:59.318" v="741" actId="1076"/>
          <ac:spMkLst>
            <pc:docMk/>
            <pc:sldMk cId="1367482410" sldId="293"/>
            <ac:spMk id="16" creationId="{93B68613-3B35-F369-B153-84CA18C50EBA}"/>
          </ac:spMkLst>
        </pc:spChg>
        <pc:spChg chg="add mod">
          <ac:chgData name="장현석" userId="8592f213-9b8b-47d9-b702-3d8a4a745257" providerId="ADAL" clId="{BCBD4D82-18F0-4747-98E1-E469ED2AC6AF}" dt="2025-03-25T08:25:59.318" v="741" actId="1076"/>
          <ac:spMkLst>
            <pc:docMk/>
            <pc:sldMk cId="1367482410" sldId="293"/>
            <ac:spMk id="17" creationId="{3D25ABC6-C63D-CFF3-4637-4133B80E278C}"/>
          </ac:spMkLst>
        </pc:spChg>
        <pc:spChg chg="add mod">
          <ac:chgData name="장현석" userId="8592f213-9b8b-47d9-b702-3d8a4a745257" providerId="ADAL" clId="{BCBD4D82-18F0-4747-98E1-E469ED2AC6AF}" dt="2025-03-25T08:30:36.848" v="1126" actId="2710"/>
          <ac:spMkLst>
            <pc:docMk/>
            <pc:sldMk cId="1367482410" sldId="293"/>
            <ac:spMk id="24" creationId="{7077C443-1CBD-F5AB-A969-54CA7EDBAD3F}"/>
          </ac:spMkLst>
        </pc:spChg>
        <pc:spChg chg="add del mod">
          <ac:chgData name="장현석" userId="8592f213-9b8b-47d9-b702-3d8a4a745257" providerId="ADAL" clId="{BCBD4D82-18F0-4747-98E1-E469ED2AC6AF}" dt="2025-03-25T08:30:30.361" v="1125" actId="478"/>
          <ac:spMkLst>
            <pc:docMk/>
            <pc:sldMk cId="1367482410" sldId="293"/>
            <ac:spMk id="25" creationId="{07EE252A-68E7-FC03-8931-57361CC31923}"/>
          </ac:spMkLst>
        </pc:spChg>
        <pc:grpChg chg="add mod">
          <ac:chgData name="장현석" userId="8592f213-9b8b-47d9-b702-3d8a4a745257" providerId="ADAL" clId="{BCBD4D82-18F0-4747-98E1-E469ED2AC6AF}" dt="2025-03-25T08:25:59.318" v="741" actId="1076"/>
          <ac:grpSpMkLst>
            <pc:docMk/>
            <pc:sldMk cId="1367482410" sldId="293"/>
            <ac:grpSpMk id="18" creationId="{24A063A1-5EE6-2B2D-BC7E-393453AA6D94}"/>
          </ac:grpSpMkLst>
        </pc:grpChg>
        <pc:grpChg chg="add mod">
          <ac:chgData name="장현석" userId="8592f213-9b8b-47d9-b702-3d8a4a745257" providerId="ADAL" clId="{BCBD4D82-18F0-4747-98E1-E469ED2AC6AF}" dt="2025-03-25T08:25:59.318" v="741" actId="1076"/>
          <ac:grpSpMkLst>
            <pc:docMk/>
            <pc:sldMk cId="1367482410" sldId="293"/>
            <ac:grpSpMk id="19" creationId="{A7616971-EC93-6E31-F525-754B0875C627}"/>
          </ac:grpSpMkLst>
        </pc:grpChg>
        <pc:picChg chg="add mod">
          <ac:chgData name="장현석" userId="8592f213-9b8b-47d9-b702-3d8a4a745257" providerId="ADAL" clId="{BCBD4D82-18F0-4747-98E1-E469ED2AC6AF}" dt="2025-03-25T08:25:59.318" v="741" actId="1076"/>
          <ac:picMkLst>
            <pc:docMk/>
            <pc:sldMk cId="1367482410" sldId="293"/>
            <ac:picMk id="7" creationId="{F58250E6-69A6-A3A0-90C6-2B5755D64C25}"/>
          </ac:picMkLst>
        </pc:picChg>
        <pc:picChg chg="mod">
          <ac:chgData name="장현석" userId="8592f213-9b8b-47d9-b702-3d8a4a745257" providerId="ADAL" clId="{BCBD4D82-18F0-4747-98E1-E469ED2AC6AF}" dt="2025-03-25T08:25:59.318" v="741" actId="1076"/>
          <ac:picMkLst>
            <pc:docMk/>
            <pc:sldMk cId="1367482410" sldId="293"/>
            <ac:picMk id="1026" creationId="{F60E1279-AA37-E776-1509-DDA74FD5EE16}"/>
          </ac:picMkLst>
        </pc:picChg>
        <pc:cxnChg chg="add mod">
          <ac:chgData name="장현석" userId="8592f213-9b8b-47d9-b702-3d8a4a745257" providerId="ADAL" clId="{BCBD4D82-18F0-4747-98E1-E469ED2AC6AF}" dt="2025-03-25T08:26:38.342" v="756" actId="1038"/>
          <ac:cxnSpMkLst>
            <pc:docMk/>
            <pc:sldMk cId="1367482410" sldId="293"/>
            <ac:cxnSpMk id="21" creationId="{F611564E-D652-DA8C-1BF9-0A0A8D3A840E}"/>
          </ac:cxnSpMkLst>
        </pc:cxnChg>
      </pc:sldChg>
      <pc:sldChg chg="addSp delSp modSp add mod">
        <pc:chgData name="장현석" userId="8592f213-9b8b-47d9-b702-3d8a4a745257" providerId="ADAL" clId="{BCBD4D82-18F0-4747-98E1-E469ED2AC6AF}" dt="2025-03-25T11:33:45.855" v="5931" actId="113"/>
        <pc:sldMkLst>
          <pc:docMk/>
          <pc:sldMk cId="2737679124" sldId="294"/>
        </pc:sldMkLst>
        <pc:spChg chg="add mod topLvl">
          <ac:chgData name="장현석" userId="8592f213-9b8b-47d9-b702-3d8a4a745257" providerId="ADAL" clId="{BCBD4D82-18F0-4747-98E1-E469ED2AC6AF}" dt="2025-03-25T10:51:27.360" v="4827" actId="165"/>
          <ac:spMkLst>
            <pc:docMk/>
            <pc:sldMk cId="2737679124" sldId="294"/>
            <ac:spMk id="4" creationId="{1EDF4BB7-C00F-7FA6-A18E-CACE6A94B8B5}"/>
          </ac:spMkLst>
        </pc:spChg>
        <pc:spChg chg="mod">
          <ac:chgData name="장현석" userId="8592f213-9b8b-47d9-b702-3d8a4a745257" providerId="ADAL" clId="{BCBD4D82-18F0-4747-98E1-E469ED2AC6AF}" dt="2025-03-25T11:33:45.855" v="5931" actId="113"/>
          <ac:spMkLst>
            <pc:docMk/>
            <pc:sldMk cId="2737679124" sldId="294"/>
            <ac:spMk id="6" creationId="{F33F3F4F-CB28-FE9C-EC12-2305DA32706F}"/>
          </ac:spMkLst>
        </pc:spChg>
        <pc:spChg chg="add mod topLvl">
          <ac:chgData name="장현석" userId="8592f213-9b8b-47d9-b702-3d8a4a745257" providerId="ADAL" clId="{BCBD4D82-18F0-4747-98E1-E469ED2AC6AF}" dt="2025-03-25T10:51:27.360" v="4827" actId="165"/>
          <ac:spMkLst>
            <pc:docMk/>
            <pc:sldMk cId="2737679124" sldId="294"/>
            <ac:spMk id="12" creationId="{223747E9-1DD3-F81D-6EE5-7C1D07C099FE}"/>
          </ac:spMkLst>
        </pc:spChg>
        <pc:spChg chg="add mod topLvl">
          <ac:chgData name="장현석" userId="8592f213-9b8b-47d9-b702-3d8a4a745257" providerId="ADAL" clId="{BCBD4D82-18F0-4747-98E1-E469ED2AC6AF}" dt="2025-03-25T10:51:27.360" v="4827" actId="165"/>
          <ac:spMkLst>
            <pc:docMk/>
            <pc:sldMk cId="2737679124" sldId="294"/>
            <ac:spMk id="13" creationId="{7395EA40-E435-6A31-A701-4578D26C0794}"/>
          </ac:spMkLst>
        </pc:spChg>
        <pc:spChg chg="add mod topLvl">
          <ac:chgData name="장현석" userId="8592f213-9b8b-47d9-b702-3d8a4a745257" providerId="ADAL" clId="{BCBD4D82-18F0-4747-98E1-E469ED2AC6AF}" dt="2025-03-25T10:51:27.360" v="4827" actId="165"/>
          <ac:spMkLst>
            <pc:docMk/>
            <pc:sldMk cId="2737679124" sldId="294"/>
            <ac:spMk id="20" creationId="{767C7930-C949-A50F-4B4D-1875CDE467ED}"/>
          </ac:spMkLst>
        </pc:spChg>
        <pc:spChg chg="add del mod topLvl">
          <ac:chgData name="장현석" userId="8592f213-9b8b-47d9-b702-3d8a4a745257" providerId="ADAL" clId="{BCBD4D82-18F0-4747-98E1-E469ED2AC6AF}" dt="2025-03-25T10:51:30.049" v="4828" actId="478"/>
          <ac:spMkLst>
            <pc:docMk/>
            <pc:sldMk cId="2737679124" sldId="294"/>
            <ac:spMk id="22" creationId="{85392701-8DB8-9DF9-605F-80559373E342}"/>
          </ac:spMkLst>
        </pc:spChg>
        <pc:spChg chg="mod topLvl">
          <ac:chgData name="장현석" userId="8592f213-9b8b-47d9-b702-3d8a4a745257" providerId="ADAL" clId="{BCBD4D82-18F0-4747-98E1-E469ED2AC6AF}" dt="2025-03-25T10:51:27.360" v="4827" actId="165"/>
          <ac:spMkLst>
            <pc:docMk/>
            <pc:sldMk cId="2737679124" sldId="294"/>
            <ac:spMk id="24" creationId="{B343F72A-A3F0-1B6C-99B6-7C74E3E93331}"/>
          </ac:spMkLst>
        </pc:spChg>
        <pc:grpChg chg="add del mod">
          <ac:chgData name="장현석" userId="8592f213-9b8b-47d9-b702-3d8a4a745257" providerId="ADAL" clId="{BCBD4D82-18F0-4747-98E1-E469ED2AC6AF}" dt="2025-03-25T10:51:27.360" v="4827" actId="165"/>
          <ac:grpSpMkLst>
            <pc:docMk/>
            <pc:sldMk cId="2737679124" sldId="294"/>
            <ac:grpSpMk id="23" creationId="{56401BA1-BC25-7B9D-E9F3-C72FDBF76C2E}"/>
          </ac:grpSpMkLst>
        </pc:grpChg>
        <pc:cxnChg chg="mod">
          <ac:chgData name="장현석" userId="8592f213-9b8b-47d9-b702-3d8a4a745257" providerId="ADAL" clId="{BCBD4D82-18F0-4747-98E1-E469ED2AC6AF}" dt="2025-03-25T08:42:00.154" v="2072" actId="208"/>
          <ac:cxnSpMkLst>
            <pc:docMk/>
            <pc:sldMk cId="2737679124" sldId="294"/>
            <ac:cxnSpMk id="21" creationId="{9C32AA07-BED6-6218-4FA5-16D2E5B513E2}"/>
          </ac:cxnSpMkLst>
        </pc:cxnChg>
      </pc:sldChg>
      <pc:sldChg chg="addSp delSp modSp add mod">
        <pc:chgData name="장현석" userId="8592f213-9b8b-47d9-b702-3d8a4a745257" providerId="ADAL" clId="{BCBD4D82-18F0-4747-98E1-E469ED2AC6AF}" dt="2025-03-25T11:00:36.298" v="4982" actId="20577"/>
        <pc:sldMkLst>
          <pc:docMk/>
          <pc:sldMk cId="3151052977" sldId="295"/>
        </pc:sldMkLst>
        <pc:spChg chg="mod">
          <ac:chgData name="장현석" userId="8592f213-9b8b-47d9-b702-3d8a4a745257" providerId="ADAL" clId="{BCBD4D82-18F0-4747-98E1-E469ED2AC6AF}" dt="2025-03-25T08:46:58.612" v="2261" actId="20577"/>
          <ac:spMkLst>
            <pc:docMk/>
            <pc:sldMk cId="3151052977" sldId="295"/>
            <ac:spMk id="3" creationId="{01B69B13-5849-2270-2EF2-EE078A5944BC}"/>
          </ac:spMkLst>
        </pc:spChg>
        <pc:spChg chg="del">
          <ac:chgData name="장현석" userId="8592f213-9b8b-47d9-b702-3d8a4a745257" providerId="ADAL" clId="{BCBD4D82-18F0-4747-98E1-E469ED2AC6AF}" dt="2025-03-25T09:58:27.543" v="3528" actId="478"/>
          <ac:spMkLst>
            <pc:docMk/>
            <pc:sldMk cId="3151052977" sldId="295"/>
            <ac:spMk id="4" creationId="{40EDB924-6094-D0FB-B4E1-38CEDBD438A1}"/>
          </ac:spMkLst>
        </pc:spChg>
        <pc:spChg chg="mod">
          <ac:chgData name="장현석" userId="8592f213-9b8b-47d9-b702-3d8a4a745257" providerId="ADAL" clId="{BCBD4D82-18F0-4747-98E1-E469ED2AC6AF}" dt="2025-03-25T09:16:14.164" v="3266" actId="20577"/>
          <ac:spMkLst>
            <pc:docMk/>
            <pc:sldMk cId="3151052977" sldId="295"/>
            <ac:spMk id="6" creationId="{02EE61D6-B687-8534-8CE0-34E04562D867}"/>
          </ac:spMkLst>
        </pc:spChg>
        <pc:spChg chg="del">
          <ac:chgData name="장현석" userId="8592f213-9b8b-47d9-b702-3d8a4a745257" providerId="ADAL" clId="{BCBD4D82-18F0-4747-98E1-E469ED2AC6AF}" dt="2025-03-25T09:16:00.788" v="3219" actId="478"/>
          <ac:spMkLst>
            <pc:docMk/>
            <pc:sldMk cId="3151052977" sldId="295"/>
            <ac:spMk id="8" creationId="{5C0AF50F-74DD-A5DE-EB39-FDE7917B9568}"/>
          </ac:spMkLst>
        </pc:spChg>
        <pc:spChg chg="del">
          <ac:chgData name="장현석" userId="8592f213-9b8b-47d9-b702-3d8a4a745257" providerId="ADAL" clId="{BCBD4D82-18F0-4747-98E1-E469ED2AC6AF}" dt="2025-03-25T09:58:32.203" v="3530" actId="478"/>
          <ac:spMkLst>
            <pc:docMk/>
            <pc:sldMk cId="3151052977" sldId="295"/>
            <ac:spMk id="12" creationId="{2B87CC40-8DDD-6F7F-C95E-6948A935DB30}"/>
          </ac:spMkLst>
        </pc:spChg>
        <pc:spChg chg="del">
          <ac:chgData name="장현석" userId="8592f213-9b8b-47d9-b702-3d8a4a745257" providerId="ADAL" clId="{BCBD4D82-18F0-4747-98E1-E469ED2AC6AF}" dt="2025-03-25T09:58:29.932" v="3529" actId="478"/>
          <ac:spMkLst>
            <pc:docMk/>
            <pc:sldMk cId="3151052977" sldId="295"/>
            <ac:spMk id="13" creationId="{3502AB44-71FD-6D1E-8101-4489C7D3DBAD}"/>
          </ac:spMkLst>
        </pc:spChg>
        <pc:spChg chg="mod topLvl">
          <ac:chgData name="장현석" userId="8592f213-9b8b-47d9-b702-3d8a4a745257" providerId="ADAL" clId="{BCBD4D82-18F0-4747-98E1-E469ED2AC6AF}" dt="2025-03-25T11:00:36.298" v="4982" actId="20577"/>
          <ac:spMkLst>
            <pc:docMk/>
            <pc:sldMk cId="3151052977" sldId="295"/>
            <ac:spMk id="20" creationId="{A67F4243-34DC-A03E-E3DF-95FF15BD6996}"/>
          </ac:spMkLst>
        </pc:spChg>
        <pc:spChg chg="del mod topLvl">
          <ac:chgData name="장현석" userId="8592f213-9b8b-47d9-b702-3d8a4a745257" providerId="ADAL" clId="{BCBD4D82-18F0-4747-98E1-E469ED2AC6AF}" dt="2025-03-25T10:51:51.212" v="4831" actId="478"/>
          <ac:spMkLst>
            <pc:docMk/>
            <pc:sldMk cId="3151052977" sldId="295"/>
            <ac:spMk id="22" creationId="{AFC7E6E7-BF44-4437-8CE6-562A1BF0E50D}"/>
          </ac:spMkLst>
        </pc:spChg>
        <pc:spChg chg="mod topLvl">
          <ac:chgData name="장현석" userId="8592f213-9b8b-47d9-b702-3d8a4a745257" providerId="ADAL" clId="{BCBD4D82-18F0-4747-98E1-E469ED2AC6AF}" dt="2025-03-25T11:00:32.690" v="4974" actId="20577"/>
          <ac:spMkLst>
            <pc:docMk/>
            <pc:sldMk cId="3151052977" sldId="295"/>
            <ac:spMk id="24" creationId="{13C74373-3924-B711-5434-3717F234ACA6}"/>
          </ac:spMkLst>
        </pc:spChg>
        <pc:spChg chg="add del mod">
          <ac:chgData name="장현석" userId="8592f213-9b8b-47d9-b702-3d8a4a745257" providerId="ADAL" clId="{BCBD4D82-18F0-4747-98E1-E469ED2AC6AF}" dt="2025-03-25T08:55:08.736" v="2335" actId="478"/>
          <ac:spMkLst>
            <pc:docMk/>
            <pc:sldMk cId="3151052977" sldId="295"/>
            <ac:spMk id="25" creationId="{1C64BDD3-64B8-D208-1AAB-85165FFF044E}"/>
          </ac:spMkLst>
        </pc:spChg>
        <pc:spChg chg="add mod">
          <ac:chgData name="장현석" userId="8592f213-9b8b-47d9-b702-3d8a4a745257" providerId="ADAL" clId="{BCBD4D82-18F0-4747-98E1-E469ED2AC6AF}" dt="2025-03-25T09:32:55.550" v="3503" actId="1076"/>
          <ac:spMkLst>
            <pc:docMk/>
            <pc:sldMk cId="3151052977" sldId="295"/>
            <ac:spMk id="28" creationId="{78CD3988-4C0E-0A89-D960-425D14D3AB08}"/>
          </ac:spMkLst>
        </pc:spChg>
        <pc:spChg chg="mod">
          <ac:chgData name="장현석" userId="8592f213-9b8b-47d9-b702-3d8a4a745257" providerId="ADAL" clId="{BCBD4D82-18F0-4747-98E1-E469ED2AC6AF}" dt="2025-03-25T08:46:41.531" v="2208" actId="1035"/>
          <ac:spMkLst>
            <pc:docMk/>
            <pc:sldMk cId="3151052977" sldId="295"/>
            <ac:spMk id="31" creationId="{8A584387-895A-900A-ED22-0A15498096FC}"/>
          </ac:spMkLst>
        </pc:spChg>
        <pc:spChg chg="add mod">
          <ac:chgData name="장현석" userId="8592f213-9b8b-47d9-b702-3d8a4a745257" providerId="ADAL" clId="{BCBD4D82-18F0-4747-98E1-E469ED2AC6AF}" dt="2025-03-25T09:32:49.799" v="3502" actId="1076"/>
          <ac:spMkLst>
            <pc:docMk/>
            <pc:sldMk cId="3151052977" sldId="295"/>
            <ac:spMk id="32" creationId="{F4864BE0-0FB1-AE2C-635F-819124E9C1A8}"/>
          </ac:spMkLst>
        </pc:spChg>
        <pc:spChg chg="add mod">
          <ac:chgData name="장현석" userId="8592f213-9b8b-47d9-b702-3d8a4a745257" providerId="ADAL" clId="{BCBD4D82-18F0-4747-98E1-E469ED2AC6AF}" dt="2025-03-25T09:33:44.636" v="3527" actId="14100"/>
          <ac:spMkLst>
            <pc:docMk/>
            <pc:sldMk cId="3151052977" sldId="295"/>
            <ac:spMk id="33" creationId="{012DD6E5-261B-6104-A2C4-FD11B93E72B4}"/>
          </ac:spMkLst>
        </pc:spChg>
        <pc:grpChg chg="del">
          <ac:chgData name="장현석" userId="8592f213-9b8b-47d9-b702-3d8a4a745257" providerId="ADAL" clId="{BCBD4D82-18F0-4747-98E1-E469ED2AC6AF}" dt="2025-03-25T09:15:57.587" v="3217" actId="478"/>
          <ac:grpSpMkLst>
            <pc:docMk/>
            <pc:sldMk cId="3151052977" sldId="295"/>
            <ac:grpSpMk id="18" creationId="{85F38AD9-3893-43F2-4439-E3621B936ED1}"/>
          </ac:grpSpMkLst>
        </pc:grpChg>
        <pc:grpChg chg="del">
          <ac:chgData name="장현석" userId="8592f213-9b8b-47d9-b702-3d8a4a745257" providerId="ADAL" clId="{BCBD4D82-18F0-4747-98E1-E469ED2AC6AF}" dt="2025-03-25T09:15:58.569" v="3218" actId="478"/>
          <ac:grpSpMkLst>
            <pc:docMk/>
            <pc:sldMk cId="3151052977" sldId="295"/>
            <ac:grpSpMk id="19" creationId="{EB5B74AD-496D-3772-B608-4E6FC35E62C8}"/>
          </ac:grpSpMkLst>
        </pc:grpChg>
        <pc:grpChg chg="del mod">
          <ac:chgData name="장현석" userId="8592f213-9b8b-47d9-b702-3d8a4a745257" providerId="ADAL" clId="{BCBD4D82-18F0-4747-98E1-E469ED2AC6AF}" dt="2025-03-25T10:47:22.368" v="4796" actId="165"/>
          <ac:grpSpMkLst>
            <pc:docMk/>
            <pc:sldMk cId="3151052977" sldId="295"/>
            <ac:grpSpMk id="23" creationId="{B2E7AD88-A24F-0A07-DC5E-14BAF878D669}"/>
          </ac:grpSpMkLst>
        </pc:grpChg>
        <pc:picChg chg="add del mod">
          <ac:chgData name="장현석" userId="8592f213-9b8b-47d9-b702-3d8a4a745257" providerId="ADAL" clId="{BCBD4D82-18F0-4747-98E1-E469ED2AC6AF}" dt="2025-03-25T09:18:01.158" v="3276" actId="478"/>
          <ac:picMkLst>
            <pc:docMk/>
            <pc:sldMk cId="3151052977" sldId="295"/>
            <ac:picMk id="27" creationId="{C1F4E497-DCD4-123D-356A-8B363562BF9D}"/>
          </ac:picMkLst>
        </pc:picChg>
        <pc:picChg chg="add mod">
          <ac:chgData name="장현석" userId="8592f213-9b8b-47d9-b702-3d8a4a745257" providerId="ADAL" clId="{BCBD4D82-18F0-4747-98E1-E469ED2AC6AF}" dt="2025-03-25T09:25:43.685" v="3382" actId="1076"/>
          <ac:picMkLst>
            <pc:docMk/>
            <pc:sldMk cId="3151052977" sldId="295"/>
            <ac:picMk id="3074" creationId="{19D0D3F3-DCC5-1F91-81EB-B54437B86F2B}"/>
          </ac:picMkLst>
        </pc:picChg>
        <pc:picChg chg="add mod">
          <ac:chgData name="장현석" userId="8592f213-9b8b-47d9-b702-3d8a4a745257" providerId="ADAL" clId="{BCBD4D82-18F0-4747-98E1-E469ED2AC6AF}" dt="2025-03-25T09:25:37.508" v="3381" actId="1076"/>
          <ac:picMkLst>
            <pc:docMk/>
            <pc:sldMk cId="3151052977" sldId="295"/>
            <ac:picMk id="3076" creationId="{AC8A64EF-7282-9EA0-8095-71349017234E}"/>
          </ac:picMkLst>
        </pc:picChg>
      </pc:sldChg>
      <pc:sldChg chg="addSp delSp modSp add mod">
        <pc:chgData name="장현석" userId="8592f213-9b8b-47d9-b702-3d8a4a745257" providerId="ADAL" clId="{BCBD4D82-18F0-4747-98E1-E469ED2AC6AF}" dt="2025-03-25T11:00:25.293" v="4962" actId="20577"/>
        <pc:sldMkLst>
          <pc:docMk/>
          <pc:sldMk cId="1546770315" sldId="296"/>
        </pc:sldMkLst>
        <pc:spChg chg="del">
          <ac:chgData name="장현석" userId="8592f213-9b8b-47d9-b702-3d8a4a745257" providerId="ADAL" clId="{BCBD4D82-18F0-4747-98E1-E469ED2AC6AF}" dt="2025-03-25T09:03:45.883" v="2649" actId="478"/>
          <ac:spMkLst>
            <pc:docMk/>
            <pc:sldMk cId="1546770315" sldId="296"/>
            <ac:spMk id="4" creationId="{827BF4B4-3DCB-52BC-29B1-B634C261296A}"/>
          </ac:spMkLst>
        </pc:spChg>
        <pc:spChg chg="mod">
          <ac:chgData name="장현석" userId="8592f213-9b8b-47d9-b702-3d8a4a745257" providerId="ADAL" clId="{BCBD4D82-18F0-4747-98E1-E469ED2AC6AF}" dt="2025-03-25T08:59:00.789" v="2381" actId="20577"/>
          <ac:spMkLst>
            <pc:docMk/>
            <pc:sldMk cId="1546770315" sldId="296"/>
            <ac:spMk id="6" creationId="{EDA327DA-6158-E5B1-9D68-2C63FC076501}"/>
          </ac:spMkLst>
        </pc:spChg>
        <pc:spChg chg="del">
          <ac:chgData name="장현석" userId="8592f213-9b8b-47d9-b702-3d8a4a745257" providerId="ADAL" clId="{BCBD4D82-18F0-4747-98E1-E469ED2AC6AF}" dt="2025-03-25T08:59:06.651" v="2384" actId="478"/>
          <ac:spMkLst>
            <pc:docMk/>
            <pc:sldMk cId="1546770315" sldId="296"/>
            <ac:spMk id="8" creationId="{F27FC12C-495D-6848-51F0-94ABAF961E33}"/>
          </ac:spMkLst>
        </pc:spChg>
        <pc:spChg chg="del">
          <ac:chgData name="장현석" userId="8592f213-9b8b-47d9-b702-3d8a4a745257" providerId="ADAL" clId="{BCBD4D82-18F0-4747-98E1-E469ED2AC6AF}" dt="2025-03-25T09:04:03.809" v="2710" actId="478"/>
          <ac:spMkLst>
            <pc:docMk/>
            <pc:sldMk cId="1546770315" sldId="296"/>
            <ac:spMk id="12" creationId="{5B61147C-BB97-127E-822D-81336DF6E437}"/>
          </ac:spMkLst>
        </pc:spChg>
        <pc:spChg chg="del">
          <ac:chgData name="장현석" userId="8592f213-9b8b-47d9-b702-3d8a4a745257" providerId="ADAL" clId="{BCBD4D82-18F0-4747-98E1-E469ED2AC6AF}" dt="2025-03-25T09:04:06.224" v="2711" actId="478"/>
          <ac:spMkLst>
            <pc:docMk/>
            <pc:sldMk cId="1546770315" sldId="296"/>
            <ac:spMk id="13" creationId="{515E5503-6EEF-95A4-4E8A-EBA3032E7901}"/>
          </ac:spMkLst>
        </pc:spChg>
        <pc:spChg chg="mod topLvl">
          <ac:chgData name="장현석" userId="8592f213-9b8b-47d9-b702-3d8a4a745257" providerId="ADAL" clId="{BCBD4D82-18F0-4747-98E1-E469ED2AC6AF}" dt="2025-03-25T11:00:25.293" v="4962" actId="20577"/>
          <ac:spMkLst>
            <pc:docMk/>
            <pc:sldMk cId="1546770315" sldId="296"/>
            <ac:spMk id="20" creationId="{D35D0D2E-74DD-CA75-13FF-ECD8BAFB087B}"/>
          </ac:spMkLst>
        </pc:spChg>
        <pc:spChg chg="del mod topLvl">
          <ac:chgData name="장현석" userId="8592f213-9b8b-47d9-b702-3d8a4a745257" providerId="ADAL" clId="{BCBD4D82-18F0-4747-98E1-E469ED2AC6AF}" dt="2025-03-25T10:51:41.511" v="4829" actId="478"/>
          <ac:spMkLst>
            <pc:docMk/>
            <pc:sldMk cId="1546770315" sldId="296"/>
            <ac:spMk id="22" creationId="{61493674-C4B2-337F-99C8-AFC7FC35497C}"/>
          </ac:spMkLst>
        </pc:spChg>
        <pc:spChg chg="mod topLvl">
          <ac:chgData name="장현석" userId="8592f213-9b8b-47d9-b702-3d8a4a745257" providerId="ADAL" clId="{BCBD4D82-18F0-4747-98E1-E469ED2AC6AF}" dt="2025-03-25T10:22:14.917" v="4625" actId="20577"/>
          <ac:spMkLst>
            <pc:docMk/>
            <pc:sldMk cId="1546770315" sldId="296"/>
            <ac:spMk id="24" creationId="{1984B895-B384-47E4-D6C8-5E5088C157DD}"/>
          </ac:spMkLst>
        </pc:spChg>
        <pc:grpChg chg="del">
          <ac:chgData name="장현석" userId="8592f213-9b8b-47d9-b702-3d8a4a745257" providerId="ADAL" clId="{BCBD4D82-18F0-4747-98E1-E469ED2AC6AF}" dt="2025-03-25T08:59:03.164" v="2382" actId="478"/>
          <ac:grpSpMkLst>
            <pc:docMk/>
            <pc:sldMk cId="1546770315" sldId="296"/>
            <ac:grpSpMk id="18" creationId="{1877491A-3C1D-FD28-CFD1-8C0A1C942D93}"/>
          </ac:grpSpMkLst>
        </pc:grpChg>
        <pc:grpChg chg="del">
          <ac:chgData name="장현석" userId="8592f213-9b8b-47d9-b702-3d8a4a745257" providerId="ADAL" clId="{BCBD4D82-18F0-4747-98E1-E469ED2AC6AF}" dt="2025-03-25T08:59:04.014" v="2383" actId="478"/>
          <ac:grpSpMkLst>
            <pc:docMk/>
            <pc:sldMk cId="1546770315" sldId="296"/>
            <ac:grpSpMk id="19" creationId="{2A5B65DA-D4F7-F6FE-FA20-864BE095E0FC}"/>
          </ac:grpSpMkLst>
        </pc:grpChg>
        <pc:grpChg chg="del mod">
          <ac:chgData name="장현석" userId="8592f213-9b8b-47d9-b702-3d8a4a745257" providerId="ADAL" clId="{BCBD4D82-18F0-4747-98E1-E469ED2AC6AF}" dt="2025-03-25T09:20:46.908" v="3358" actId="165"/>
          <ac:grpSpMkLst>
            <pc:docMk/>
            <pc:sldMk cId="1546770315" sldId="296"/>
            <ac:grpSpMk id="23" creationId="{53C73C9A-A601-C817-0539-D19B43E4A3FE}"/>
          </ac:grpSpMkLst>
        </pc:grpChg>
        <pc:picChg chg="add mod">
          <ac:chgData name="장현석" userId="8592f213-9b8b-47d9-b702-3d8a4a745257" providerId="ADAL" clId="{BCBD4D82-18F0-4747-98E1-E469ED2AC6AF}" dt="2025-03-25T09:14:18.342" v="3199" actId="1076"/>
          <ac:picMkLst>
            <pc:docMk/>
            <pc:sldMk cId="1546770315" sldId="296"/>
            <ac:picMk id="26" creationId="{06DD5F80-E839-B1F4-7F2D-FECE9A9F9F64}"/>
          </ac:picMkLst>
        </pc:picChg>
      </pc:sldChg>
      <pc:sldChg chg="addSp delSp modSp add del mod">
        <pc:chgData name="장현석" userId="8592f213-9b8b-47d9-b702-3d8a4a745257" providerId="ADAL" clId="{BCBD4D82-18F0-4747-98E1-E469ED2AC6AF}" dt="2025-03-25T11:03:16.690" v="5037" actId="2696"/>
        <pc:sldMkLst>
          <pc:docMk/>
          <pc:sldMk cId="1823027802" sldId="297"/>
        </pc:sldMkLst>
        <pc:spChg chg="mod">
          <ac:chgData name="장현석" userId="8592f213-9b8b-47d9-b702-3d8a4a745257" providerId="ADAL" clId="{BCBD4D82-18F0-4747-98E1-E469ED2AC6AF}" dt="2025-03-25T10:21:21.539" v="4535" actId="20577"/>
          <ac:spMkLst>
            <pc:docMk/>
            <pc:sldMk cId="1823027802" sldId="297"/>
            <ac:spMk id="6" creationId="{8386AA97-5117-46E4-9C72-2AD5DF372EFD}"/>
          </ac:spMkLst>
        </pc:spChg>
        <pc:spChg chg="add del mod">
          <ac:chgData name="장현석" userId="8592f213-9b8b-47d9-b702-3d8a4a745257" providerId="ADAL" clId="{BCBD4D82-18F0-4747-98E1-E469ED2AC6AF}" dt="2025-03-25T10:49:37.327" v="4812" actId="478"/>
          <ac:spMkLst>
            <pc:docMk/>
            <pc:sldMk cId="1823027802" sldId="297"/>
            <ac:spMk id="17" creationId="{9B2DD7DF-1287-B49C-2DBF-925DD5849A6E}"/>
          </ac:spMkLst>
        </pc:spChg>
        <pc:spChg chg="mod topLvl">
          <ac:chgData name="장현석" userId="8592f213-9b8b-47d9-b702-3d8a4a745257" providerId="ADAL" clId="{BCBD4D82-18F0-4747-98E1-E469ED2AC6AF}" dt="2025-03-25T10:53:56.131" v="4954" actId="1076"/>
          <ac:spMkLst>
            <pc:docMk/>
            <pc:sldMk cId="1823027802" sldId="297"/>
            <ac:spMk id="20" creationId="{79900329-E4AB-AEA9-15B4-8224D6247293}"/>
          </ac:spMkLst>
        </pc:spChg>
        <pc:spChg chg="del mod topLvl">
          <ac:chgData name="장현석" userId="8592f213-9b8b-47d9-b702-3d8a4a745257" providerId="ADAL" clId="{BCBD4D82-18F0-4747-98E1-E469ED2AC6AF}" dt="2025-03-25T10:52:07.254" v="4834" actId="478"/>
          <ac:spMkLst>
            <pc:docMk/>
            <pc:sldMk cId="1823027802" sldId="297"/>
            <ac:spMk id="22" creationId="{2E5DA87C-56AC-29F5-A988-B73C486F86DC}"/>
          </ac:spMkLst>
        </pc:spChg>
        <pc:spChg chg="mod topLvl">
          <ac:chgData name="장현석" userId="8592f213-9b8b-47d9-b702-3d8a4a745257" providerId="ADAL" clId="{BCBD4D82-18F0-4747-98E1-E469ED2AC6AF}" dt="2025-03-25T11:01:48.218" v="5017" actId="20577"/>
          <ac:spMkLst>
            <pc:docMk/>
            <pc:sldMk cId="1823027802" sldId="297"/>
            <ac:spMk id="24" creationId="{44156D48-ABFA-390C-CD1B-478356326212}"/>
          </ac:spMkLst>
        </pc:spChg>
        <pc:spChg chg="del">
          <ac:chgData name="장현석" userId="8592f213-9b8b-47d9-b702-3d8a4a745257" providerId="ADAL" clId="{BCBD4D82-18F0-4747-98E1-E469ED2AC6AF}" dt="2025-03-25T10:22:32.674" v="4627" actId="478"/>
          <ac:spMkLst>
            <pc:docMk/>
            <pc:sldMk cId="1823027802" sldId="297"/>
            <ac:spMk id="28" creationId="{0A8BF97E-A861-DE4B-7538-3362AD3A34E8}"/>
          </ac:spMkLst>
        </pc:spChg>
        <pc:spChg chg="del">
          <ac:chgData name="장현석" userId="8592f213-9b8b-47d9-b702-3d8a4a745257" providerId="ADAL" clId="{BCBD4D82-18F0-4747-98E1-E469ED2AC6AF}" dt="2025-03-25T10:22:38.042" v="4629" actId="478"/>
          <ac:spMkLst>
            <pc:docMk/>
            <pc:sldMk cId="1823027802" sldId="297"/>
            <ac:spMk id="32" creationId="{FFDE212F-854E-72CF-5108-8D06A9F7751C}"/>
          </ac:spMkLst>
        </pc:spChg>
        <pc:spChg chg="del">
          <ac:chgData name="장현석" userId="8592f213-9b8b-47d9-b702-3d8a4a745257" providerId="ADAL" clId="{BCBD4D82-18F0-4747-98E1-E469ED2AC6AF}" dt="2025-03-25T10:22:42.067" v="4630" actId="478"/>
          <ac:spMkLst>
            <pc:docMk/>
            <pc:sldMk cId="1823027802" sldId="297"/>
            <ac:spMk id="33" creationId="{171950ED-ADBC-3DDA-BBD4-82B30E1B8601}"/>
          </ac:spMkLst>
        </pc:spChg>
        <pc:grpChg chg="del mod">
          <ac:chgData name="장현석" userId="8592f213-9b8b-47d9-b702-3d8a4a745257" providerId="ADAL" clId="{BCBD4D82-18F0-4747-98E1-E469ED2AC6AF}" dt="2025-03-25T10:52:04.827" v="4833" actId="165"/>
          <ac:grpSpMkLst>
            <pc:docMk/>
            <pc:sldMk cId="1823027802" sldId="297"/>
            <ac:grpSpMk id="23" creationId="{75D9C289-6757-86E2-0264-6F762E9285A1}"/>
          </ac:grpSpMkLst>
        </pc:grpChg>
        <pc:picChg chg="add del mod">
          <ac:chgData name="장현석" userId="8592f213-9b8b-47d9-b702-3d8a4a745257" providerId="ADAL" clId="{BCBD4D82-18F0-4747-98E1-E469ED2AC6AF}" dt="2025-03-25T10:27:15.966" v="4660" actId="478"/>
          <ac:picMkLst>
            <pc:docMk/>
            <pc:sldMk cId="1823027802" sldId="297"/>
            <ac:picMk id="7" creationId="{61E0FB92-82C4-6E7B-7463-FA7217E55A2D}"/>
          </ac:picMkLst>
        </pc:picChg>
        <pc:picChg chg="add del mod">
          <ac:chgData name="장현석" userId="8592f213-9b8b-47d9-b702-3d8a4a745257" providerId="ADAL" clId="{BCBD4D82-18F0-4747-98E1-E469ED2AC6AF}" dt="2025-03-25T10:27:15.966" v="4660" actId="478"/>
          <ac:picMkLst>
            <pc:docMk/>
            <pc:sldMk cId="1823027802" sldId="297"/>
            <ac:picMk id="9" creationId="{2A2D795C-6258-2BDD-DF74-C9EC3A133477}"/>
          </ac:picMkLst>
        </pc:picChg>
        <pc:picChg chg="add del mod">
          <ac:chgData name="장현석" userId="8592f213-9b8b-47d9-b702-3d8a4a745257" providerId="ADAL" clId="{BCBD4D82-18F0-4747-98E1-E469ED2AC6AF}" dt="2025-03-25T10:27:15.966" v="4660" actId="478"/>
          <ac:picMkLst>
            <pc:docMk/>
            <pc:sldMk cId="1823027802" sldId="297"/>
            <ac:picMk id="12" creationId="{4D7CDE32-4593-A5A6-CEAB-5F80EBCB2CDD}"/>
          </ac:picMkLst>
        </pc:picChg>
        <pc:picChg chg="add del mod">
          <ac:chgData name="장현석" userId="8592f213-9b8b-47d9-b702-3d8a4a745257" providerId="ADAL" clId="{BCBD4D82-18F0-4747-98E1-E469ED2AC6AF}" dt="2025-03-25T10:42:22.637" v="4734" actId="478"/>
          <ac:picMkLst>
            <pc:docMk/>
            <pc:sldMk cId="1823027802" sldId="297"/>
            <ac:picMk id="14" creationId="{06457E23-1B4B-3904-2D4A-86267A1D2DA6}"/>
          </ac:picMkLst>
        </pc:picChg>
        <pc:picChg chg="add del mod">
          <ac:chgData name="장현석" userId="8592f213-9b8b-47d9-b702-3d8a4a745257" providerId="ADAL" clId="{BCBD4D82-18F0-4747-98E1-E469ED2AC6AF}" dt="2025-03-25T10:50:27.148" v="4822" actId="478"/>
          <ac:picMkLst>
            <pc:docMk/>
            <pc:sldMk cId="1823027802" sldId="297"/>
            <ac:picMk id="16" creationId="{22CDB477-C17F-43AD-7011-ABDC52DC4EDF}"/>
          </ac:picMkLst>
        </pc:picChg>
        <pc:picChg chg="add mod">
          <ac:chgData name="장현석" userId="8592f213-9b8b-47d9-b702-3d8a4a745257" providerId="ADAL" clId="{BCBD4D82-18F0-4747-98E1-E469ED2AC6AF}" dt="2025-03-25T11:02:03.031" v="5022" actId="1076"/>
          <ac:picMkLst>
            <pc:docMk/>
            <pc:sldMk cId="1823027802" sldId="297"/>
            <ac:picMk id="19" creationId="{9971C83F-5769-FAA3-A67F-F0EE62F18E0A}"/>
          </ac:picMkLst>
        </pc:picChg>
        <pc:picChg chg="add mod">
          <ac:chgData name="장현석" userId="8592f213-9b8b-47d9-b702-3d8a4a745257" providerId="ADAL" clId="{BCBD4D82-18F0-4747-98E1-E469ED2AC6AF}" dt="2025-03-25T11:03:00.947" v="5031" actId="14100"/>
          <ac:picMkLst>
            <pc:docMk/>
            <pc:sldMk cId="1823027802" sldId="297"/>
            <ac:picMk id="26" creationId="{5EC71D5B-21F8-31E1-6D34-FB2F21D97F16}"/>
          </ac:picMkLst>
        </pc:picChg>
        <pc:picChg chg="add mod">
          <ac:chgData name="장현석" userId="8592f213-9b8b-47d9-b702-3d8a4a745257" providerId="ADAL" clId="{BCBD4D82-18F0-4747-98E1-E469ED2AC6AF}" dt="2025-03-25T10:53:47.859" v="4953" actId="1076"/>
          <ac:picMkLst>
            <pc:docMk/>
            <pc:sldMk cId="1823027802" sldId="297"/>
            <ac:picMk id="34" creationId="{F99277A2-5A36-1B16-1E8B-0E8358DDCDB6}"/>
          </ac:picMkLst>
        </pc:picChg>
        <pc:picChg chg="del">
          <ac:chgData name="장현석" userId="8592f213-9b8b-47d9-b702-3d8a4a745257" providerId="ADAL" clId="{BCBD4D82-18F0-4747-98E1-E469ED2AC6AF}" dt="2025-03-25T10:22:36.240" v="4628" actId="478"/>
          <ac:picMkLst>
            <pc:docMk/>
            <pc:sldMk cId="1823027802" sldId="297"/>
            <ac:picMk id="3074" creationId="{96C57C8B-C912-0CDE-2BED-9FCD66A46032}"/>
          </ac:picMkLst>
        </pc:picChg>
        <pc:picChg chg="del">
          <ac:chgData name="장현석" userId="8592f213-9b8b-47d9-b702-3d8a4a745257" providerId="ADAL" clId="{BCBD4D82-18F0-4747-98E1-E469ED2AC6AF}" dt="2025-03-25T10:22:30.394" v="4626" actId="478"/>
          <ac:picMkLst>
            <pc:docMk/>
            <pc:sldMk cId="1823027802" sldId="297"/>
            <ac:picMk id="3076" creationId="{6A0FD3C1-A468-F608-D22B-2C72608FCC9A}"/>
          </ac:picMkLst>
        </pc:picChg>
        <pc:cxnChg chg="del">
          <ac:chgData name="장현석" userId="8592f213-9b8b-47d9-b702-3d8a4a745257" providerId="ADAL" clId="{BCBD4D82-18F0-4747-98E1-E469ED2AC6AF}" dt="2025-03-25T10:50:48.273" v="4824" actId="478"/>
          <ac:cxnSpMkLst>
            <pc:docMk/>
            <pc:sldMk cId="1823027802" sldId="297"/>
            <ac:cxnSpMk id="21" creationId="{237E9D46-20E2-172E-D763-CEC3BCD3EEFA}"/>
          </ac:cxnSpMkLst>
        </pc:cxnChg>
      </pc:sldChg>
      <pc:sldChg chg="addSp delSp modSp add del mod">
        <pc:chgData name="장현석" userId="8592f213-9b8b-47d9-b702-3d8a4a745257" providerId="ADAL" clId="{BCBD4D82-18F0-4747-98E1-E469ED2AC6AF}" dt="2025-03-25T11:19:55.337" v="5159" actId="2696"/>
        <pc:sldMkLst>
          <pc:docMk/>
          <pc:sldMk cId="2929382959" sldId="298"/>
        </pc:sldMkLst>
        <pc:spChg chg="mod">
          <ac:chgData name="장현석" userId="8592f213-9b8b-47d9-b702-3d8a4a745257" providerId="ADAL" clId="{BCBD4D82-18F0-4747-98E1-E469ED2AC6AF}" dt="2025-03-25T10:21:30.713" v="4553" actId="20577"/>
          <ac:spMkLst>
            <pc:docMk/>
            <pc:sldMk cId="2929382959" sldId="298"/>
            <ac:spMk id="6" creationId="{30B55450-54B8-0A23-41ED-2491999D50BA}"/>
          </ac:spMkLst>
        </pc:spChg>
        <pc:spChg chg="mod">
          <ac:chgData name="장현석" userId="8592f213-9b8b-47d9-b702-3d8a4a745257" providerId="ADAL" clId="{BCBD4D82-18F0-4747-98E1-E469ED2AC6AF}" dt="2025-03-25T10:51:10.978" v="4825" actId="167"/>
          <ac:spMkLst>
            <pc:docMk/>
            <pc:sldMk cId="2929382959" sldId="298"/>
            <ac:spMk id="20" creationId="{08ED488C-9B94-7CAA-2657-BCCA3D8334E8}"/>
          </ac:spMkLst>
        </pc:spChg>
        <pc:spChg chg="del">
          <ac:chgData name="장현석" userId="8592f213-9b8b-47d9-b702-3d8a4a745257" providerId="ADAL" clId="{BCBD4D82-18F0-4747-98E1-E469ED2AC6AF}" dt="2025-03-25T10:51:12.893" v="4826" actId="478"/>
          <ac:spMkLst>
            <pc:docMk/>
            <pc:sldMk cId="2929382959" sldId="298"/>
            <ac:spMk id="22" creationId="{09192420-3A24-9E15-C152-AA6910798397}"/>
          </ac:spMkLst>
        </pc:spChg>
        <pc:spChg chg="mod">
          <ac:chgData name="장현석" userId="8592f213-9b8b-47d9-b702-3d8a4a745257" providerId="ADAL" clId="{BCBD4D82-18F0-4747-98E1-E469ED2AC6AF}" dt="2025-03-25T10:51:10.978" v="4825" actId="167"/>
          <ac:spMkLst>
            <pc:docMk/>
            <pc:sldMk cId="2929382959" sldId="298"/>
            <ac:spMk id="24" creationId="{775257B6-561F-2AEE-3669-E74D491A47CC}"/>
          </ac:spMkLst>
        </pc:spChg>
        <pc:spChg chg="del mod">
          <ac:chgData name="장현석" userId="8592f213-9b8b-47d9-b702-3d8a4a745257" providerId="ADAL" clId="{BCBD4D82-18F0-4747-98E1-E469ED2AC6AF}" dt="2025-03-25T10:26:16.154" v="4652" actId="478"/>
          <ac:spMkLst>
            <pc:docMk/>
            <pc:sldMk cId="2929382959" sldId="298"/>
            <ac:spMk id="28" creationId="{9348D806-D0DA-F6A0-729A-27CD7635087A}"/>
          </ac:spMkLst>
        </pc:spChg>
        <pc:spChg chg="del mod">
          <ac:chgData name="장현석" userId="8592f213-9b8b-47d9-b702-3d8a4a745257" providerId="ADAL" clId="{BCBD4D82-18F0-4747-98E1-E469ED2AC6AF}" dt="2025-03-25T10:26:17.839" v="4654" actId="478"/>
          <ac:spMkLst>
            <pc:docMk/>
            <pc:sldMk cId="2929382959" sldId="298"/>
            <ac:spMk id="32" creationId="{4BD707D6-F48A-84CB-B3CF-4B0120DA4C43}"/>
          </ac:spMkLst>
        </pc:spChg>
        <pc:spChg chg="del">
          <ac:chgData name="장현석" userId="8592f213-9b8b-47d9-b702-3d8a4a745257" providerId="ADAL" clId="{BCBD4D82-18F0-4747-98E1-E469ED2AC6AF}" dt="2025-03-25T10:26:19.278" v="4655" actId="478"/>
          <ac:spMkLst>
            <pc:docMk/>
            <pc:sldMk cId="2929382959" sldId="298"/>
            <ac:spMk id="33" creationId="{23E9A1C4-99B2-1572-9143-DC24161BD591}"/>
          </ac:spMkLst>
        </pc:spChg>
        <pc:picChg chg="add mod">
          <ac:chgData name="장현석" userId="8592f213-9b8b-47d9-b702-3d8a4a745257" providerId="ADAL" clId="{BCBD4D82-18F0-4747-98E1-E469ED2AC6AF}" dt="2025-03-25T10:45:58.504" v="4792" actId="1076"/>
          <ac:picMkLst>
            <pc:docMk/>
            <pc:sldMk cId="2929382959" sldId="298"/>
            <ac:picMk id="7" creationId="{D36DBC40-10C0-D645-E50F-4DB0B8F4D44A}"/>
          </ac:picMkLst>
        </pc:picChg>
        <pc:picChg chg="add del mod">
          <ac:chgData name="장현석" userId="8592f213-9b8b-47d9-b702-3d8a4a745257" providerId="ADAL" clId="{BCBD4D82-18F0-4747-98E1-E469ED2AC6AF}" dt="2025-03-25T11:18:58.689" v="5144" actId="478"/>
          <ac:picMkLst>
            <pc:docMk/>
            <pc:sldMk cId="2929382959" sldId="298"/>
            <ac:picMk id="9" creationId="{5D00B2B6-571E-66DE-F6EE-AC424809E519}"/>
          </ac:picMkLst>
        </pc:picChg>
        <pc:picChg chg="del">
          <ac:chgData name="장현석" userId="8592f213-9b8b-47d9-b702-3d8a4a745257" providerId="ADAL" clId="{BCBD4D82-18F0-4747-98E1-E469ED2AC6AF}" dt="2025-03-25T10:26:14.183" v="4650" actId="478"/>
          <ac:picMkLst>
            <pc:docMk/>
            <pc:sldMk cId="2929382959" sldId="298"/>
            <ac:picMk id="3074" creationId="{BA021396-328D-E8B9-D5F9-B6835EF2AA18}"/>
          </ac:picMkLst>
        </pc:picChg>
        <pc:picChg chg="del mod">
          <ac:chgData name="장현석" userId="8592f213-9b8b-47d9-b702-3d8a4a745257" providerId="ADAL" clId="{BCBD4D82-18F0-4747-98E1-E469ED2AC6AF}" dt="2025-03-25T10:26:13.307" v="4649" actId="478"/>
          <ac:picMkLst>
            <pc:docMk/>
            <pc:sldMk cId="2929382959" sldId="298"/>
            <ac:picMk id="3076" creationId="{3CC2E728-B49A-E930-D56F-44E0B96A670D}"/>
          </ac:picMkLst>
        </pc:picChg>
      </pc:sldChg>
      <pc:sldChg chg="addSp delSp modSp add mod ord modNotesTx">
        <pc:chgData name="장현석" userId="8592f213-9b8b-47d9-b702-3d8a4a745257" providerId="ADAL" clId="{BCBD4D82-18F0-4747-98E1-E469ED2AC6AF}" dt="2025-03-26T09:26:00.439" v="11127" actId="20577"/>
        <pc:sldMkLst>
          <pc:docMk/>
          <pc:sldMk cId="1017738463" sldId="301"/>
        </pc:sldMkLst>
        <pc:spChg chg="mod">
          <ac:chgData name="장현석" userId="8592f213-9b8b-47d9-b702-3d8a4a745257" providerId="ADAL" clId="{BCBD4D82-18F0-4747-98E1-E469ED2AC6AF}" dt="2025-03-25T11:19:30.077" v="5153" actId="20577"/>
          <ac:spMkLst>
            <pc:docMk/>
            <pc:sldMk cId="1017738463" sldId="301"/>
            <ac:spMk id="6" creationId="{49A5E0B1-7C42-E03C-DBA9-483C85B71981}"/>
          </ac:spMkLst>
        </pc:spChg>
        <pc:spChg chg="add mod">
          <ac:chgData name="장현석" userId="8592f213-9b8b-47d9-b702-3d8a4a745257" providerId="ADAL" clId="{BCBD4D82-18F0-4747-98E1-E469ED2AC6AF}" dt="2025-03-26T08:41:39.224" v="8668" actId="20577"/>
          <ac:spMkLst>
            <pc:docMk/>
            <pc:sldMk cId="1017738463" sldId="301"/>
            <ac:spMk id="12" creationId="{1981748E-EDFE-9760-6CAC-68BA9C398EFF}"/>
          </ac:spMkLst>
        </pc:spChg>
        <pc:spChg chg="add mod">
          <ac:chgData name="장현석" userId="8592f213-9b8b-47d9-b702-3d8a4a745257" providerId="ADAL" clId="{BCBD4D82-18F0-4747-98E1-E469ED2AC6AF}" dt="2025-03-26T08:42:26.121" v="8775" actId="404"/>
          <ac:spMkLst>
            <pc:docMk/>
            <pc:sldMk cId="1017738463" sldId="301"/>
            <ac:spMk id="13" creationId="{3BA05BB7-E6C9-E967-C6ED-155FAA2CEE62}"/>
          </ac:spMkLst>
        </pc:spChg>
        <pc:spChg chg="add mod">
          <ac:chgData name="장현석" userId="8592f213-9b8b-47d9-b702-3d8a4a745257" providerId="ADAL" clId="{BCBD4D82-18F0-4747-98E1-E469ED2AC6AF}" dt="2025-03-25T11:29:59.402" v="5785" actId="404"/>
          <ac:spMkLst>
            <pc:docMk/>
            <pc:sldMk cId="1017738463" sldId="301"/>
            <ac:spMk id="15" creationId="{3DCA409A-AADD-EBF2-0664-B1E8EDE0896B}"/>
          </ac:spMkLst>
        </pc:spChg>
        <pc:spChg chg="add mod">
          <ac:chgData name="장현석" userId="8592f213-9b8b-47d9-b702-3d8a4a745257" providerId="ADAL" clId="{BCBD4D82-18F0-4747-98E1-E469ED2AC6AF}" dt="2025-03-25T11:32:09.806" v="5925" actId="20577"/>
          <ac:spMkLst>
            <pc:docMk/>
            <pc:sldMk cId="1017738463" sldId="301"/>
            <ac:spMk id="16" creationId="{ED47BF39-7262-F3CF-90BA-A743BB458673}"/>
          </ac:spMkLst>
        </pc:spChg>
        <pc:spChg chg="mod">
          <ac:chgData name="장현석" userId="8592f213-9b8b-47d9-b702-3d8a4a745257" providerId="ADAL" clId="{BCBD4D82-18F0-4747-98E1-E469ED2AC6AF}" dt="2025-03-26T08:42:57.174" v="8789"/>
          <ac:spMkLst>
            <pc:docMk/>
            <pc:sldMk cId="1017738463" sldId="301"/>
            <ac:spMk id="20" creationId="{75DE97BC-85A2-5FD0-9160-CAFC2C30F886}"/>
          </ac:spMkLst>
        </pc:spChg>
        <pc:spChg chg="mod">
          <ac:chgData name="장현석" userId="8592f213-9b8b-47d9-b702-3d8a4a745257" providerId="ADAL" clId="{BCBD4D82-18F0-4747-98E1-E469ED2AC6AF}" dt="2025-03-26T08:42:31.448" v="8787" actId="20577"/>
          <ac:spMkLst>
            <pc:docMk/>
            <pc:sldMk cId="1017738463" sldId="301"/>
            <ac:spMk id="24" creationId="{E4D38B9E-AC64-F7DB-997E-B75F9AEE52AF}"/>
          </ac:spMkLst>
        </pc:spChg>
        <pc:grpChg chg="mod">
          <ac:chgData name="장현석" userId="8592f213-9b8b-47d9-b702-3d8a4a745257" providerId="ADAL" clId="{BCBD4D82-18F0-4747-98E1-E469ED2AC6AF}" dt="2025-03-25T11:28:00.207" v="5685" actId="20577"/>
          <ac:grpSpMkLst>
            <pc:docMk/>
            <pc:sldMk cId="1017738463" sldId="301"/>
            <ac:grpSpMk id="23" creationId="{C3F816CC-CE5C-4959-49BB-454DAA6A805F}"/>
          </ac:grpSpMkLst>
        </pc:grpChg>
        <pc:picChg chg="add mod">
          <ac:chgData name="장현석" userId="8592f213-9b8b-47d9-b702-3d8a4a745257" providerId="ADAL" clId="{BCBD4D82-18F0-4747-98E1-E469ED2AC6AF}" dt="2025-03-25T11:14:34.626" v="5082" actId="1076"/>
          <ac:picMkLst>
            <pc:docMk/>
            <pc:sldMk cId="1017738463" sldId="301"/>
            <ac:picMk id="4" creationId="{99774CC6-CB83-9FC7-93B9-EC591E936A14}"/>
          </ac:picMkLst>
        </pc:picChg>
        <pc:picChg chg="del">
          <ac:chgData name="장현석" userId="8592f213-9b8b-47d9-b702-3d8a4a745257" providerId="ADAL" clId="{BCBD4D82-18F0-4747-98E1-E469ED2AC6AF}" dt="2025-03-25T11:02:54.358" v="5030" actId="478"/>
          <ac:picMkLst>
            <pc:docMk/>
            <pc:sldMk cId="1017738463" sldId="301"/>
            <ac:picMk id="7" creationId="{1F2F3B37-E0E5-4381-1651-259A9157F9DC}"/>
          </ac:picMkLst>
        </pc:picChg>
        <pc:picChg chg="add mod">
          <ac:chgData name="장현석" userId="8592f213-9b8b-47d9-b702-3d8a4a745257" providerId="ADAL" clId="{BCBD4D82-18F0-4747-98E1-E469ED2AC6AF}" dt="2025-03-25T11:16:58.509" v="5141" actId="1076"/>
          <ac:picMkLst>
            <pc:docMk/>
            <pc:sldMk cId="1017738463" sldId="301"/>
            <ac:picMk id="8" creationId="{B0188E35-151E-2B47-C9AF-A43B1D3E4348}"/>
          </ac:picMkLst>
        </pc:picChg>
        <pc:picChg chg="del">
          <ac:chgData name="장현석" userId="8592f213-9b8b-47d9-b702-3d8a4a745257" providerId="ADAL" clId="{BCBD4D82-18F0-4747-98E1-E469ED2AC6AF}" dt="2025-03-25T11:02:53.182" v="5029" actId="478"/>
          <ac:picMkLst>
            <pc:docMk/>
            <pc:sldMk cId="1017738463" sldId="301"/>
            <ac:picMk id="9" creationId="{63D07002-E365-791E-0E06-ABF57F11A857}"/>
          </ac:picMkLst>
        </pc:picChg>
        <pc:picChg chg="add mod">
          <ac:chgData name="장현석" userId="8592f213-9b8b-47d9-b702-3d8a4a745257" providerId="ADAL" clId="{BCBD4D82-18F0-4747-98E1-E469ED2AC6AF}" dt="2025-03-25T11:23:27.905" v="5447" actId="1076"/>
          <ac:picMkLst>
            <pc:docMk/>
            <pc:sldMk cId="1017738463" sldId="301"/>
            <ac:picMk id="10" creationId="{5ADCCCF8-0FF4-2B93-87F7-7BE938AC8EF5}"/>
          </ac:picMkLst>
        </pc:picChg>
        <pc:picChg chg="add mod">
          <ac:chgData name="장현석" userId="8592f213-9b8b-47d9-b702-3d8a4a745257" providerId="ADAL" clId="{BCBD4D82-18F0-4747-98E1-E469ED2AC6AF}" dt="2025-03-25T11:30:09.218" v="5788" actId="1076"/>
          <ac:picMkLst>
            <pc:docMk/>
            <pc:sldMk cId="1017738463" sldId="301"/>
            <ac:picMk id="14" creationId="{7AC25B91-916B-8A23-03FD-8950BA450B17}"/>
          </ac:picMkLst>
        </pc:picChg>
      </pc:sldChg>
      <pc:sldChg chg="new del">
        <pc:chgData name="장현석" userId="8592f213-9b8b-47d9-b702-3d8a4a745257" providerId="ADAL" clId="{BCBD4D82-18F0-4747-98E1-E469ED2AC6AF}" dt="2025-03-26T08:13:22.080" v="5934" actId="2696"/>
        <pc:sldMkLst>
          <pc:docMk/>
          <pc:sldMk cId="2085345292" sldId="302"/>
        </pc:sldMkLst>
      </pc:sldChg>
      <pc:sldChg chg="addSp delSp modSp add mod ord">
        <pc:chgData name="장현석" userId="8592f213-9b8b-47d9-b702-3d8a4a745257" providerId="ADAL" clId="{BCBD4D82-18F0-4747-98E1-E469ED2AC6AF}" dt="2025-03-26T09:30:48.307" v="11270" actId="20577"/>
        <pc:sldMkLst>
          <pc:docMk/>
          <pc:sldMk cId="3806027331" sldId="302"/>
        </pc:sldMkLst>
        <pc:spChg chg="mod">
          <ac:chgData name="장현석" userId="8592f213-9b8b-47d9-b702-3d8a4a745257" providerId="ADAL" clId="{BCBD4D82-18F0-4747-98E1-E469ED2AC6AF}" dt="2025-03-26T09:01:01.822" v="11069" actId="20577"/>
          <ac:spMkLst>
            <pc:docMk/>
            <pc:sldMk cId="3806027331" sldId="302"/>
            <ac:spMk id="3" creationId="{1F0084AB-9A0C-B9A7-34FA-A70D1EC6B2CD}"/>
          </ac:spMkLst>
        </pc:spChg>
        <pc:spChg chg="del">
          <ac:chgData name="장현석" userId="8592f213-9b8b-47d9-b702-3d8a4a745257" providerId="ADAL" clId="{BCBD4D82-18F0-4747-98E1-E469ED2AC6AF}" dt="2025-03-26T09:00:33.999" v="11039" actId="478"/>
          <ac:spMkLst>
            <pc:docMk/>
            <pc:sldMk cId="3806027331" sldId="302"/>
            <ac:spMk id="13" creationId="{0BCA9F42-F595-B662-CDA8-468497CF2CA4}"/>
          </ac:spMkLst>
        </pc:spChg>
        <pc:spChg chg="add mod">
          <ac:chgData name="장현석" userId="8592f213-9b8b-47d9-b702-3d8a4a745257" providerId="ADAL" clId="{BCBD4D82-18F0-4747-98E1-E469ED2AC6AF}" dt="2025-03-26T09:30:15.403" v="11263" actId="20577"/>
          <ac:spMkLst>
            <pc:docMk/>
            <pc:sldMk cId="3806027331" sldId="302"/>
            <ac:spMk id="16" creationId="{A51F7852-CD4A-EA57-6CDC-4C927C454CEF}"/>
          </ac:spMkLst>
        </pc:spChg>
        <pc:spChg chg="add mod">
          <ac:chgData name="장현석" userId="8592f213-9b8b-47d9-b702-3d8a4a745257" providerId="ADAL" clId="{BCBD4D82-18F0-4747-98E1-E469ED2AC6AF}" dt="2025-03-26T09:01:18.619" v="11070"/>
          <ac:spMkLst>
            <pc:docMk/>
            <pc:sldMk cId="3806027331" sldId="302"/>
            <ac:spMk id="18" creationId="{8ADCFDFC-FEE9-256F-E2D9-6D095D12CDEC}"/>
          </ac:spMkLst>
        </pc:spChg>
        <pc:spChg chg="mod">
          <ac:chgData name="장현석" userId="8592f213-9b8b-47d9-b702-3d8a4a745257" providerId="ADAL" clId="{BCBD4D82-18F0-4747-98E1-E469ED2AC6AF}" dt="2025-03-26T09:30:48.307" v="11270" actId="20577"/>
          <ac:spMkLst>
            <pc:docMk/>
            <pc:sldMk cId="3806027331" sldId="302"/>
            <ac:spMk id="21" creationId="{53A75141-B25C-C917-664A-1EBF5325E6F8}"/>
          </ac:spMkLst>
        </pc:spChg>
        <pc:spChg chg="add del mod">
          <ac:chgData name="장현석" userId="8592f213-9b8b-47d9-b702-3d8a4a745257" providerId="ADAL" clId="{BCBD4D82-18F0-4747-98E1-E469ED2AC6AF}" dt="2025-03-26T09:30:17.985" v="11264" actId="478"/>
          <ac:spMkLst>
            <pc:docMk/>
            <pc:sldMk cId="3806027331" sldId="302"/>
            <ac:spMk id="23" creationId="{F44EA6B2-FB7F-4F9B-9F45-5E2625A1A2DE}"/>
          </ac:spMkLst>
        </pc:spChg>
        <pc:grpChg chg="del">
          <ac:chgData name="장현석" userId="8592f213-9b8b-47d9-b702-3d8a4a745257" providerId="ADAL" clId="{BCBD4D82-18F0-4747-98E1-E469ED2AC6AF}" dt="2025-03-26T09:00:38.233" v="11041" actId="478"/>
          <ac:grpSpMkLst>
            <pc:docMk/>
            <pc:sldMk cId="3806027331" sldId="302"/>
            <ac:grpSpMk id="10" creationId="{5D91520D-852A-4B90-D054-ECA6070F303F}"/>
          </ac:grpSpMkLst>
        </pc:grpChg>
        <pc:picChg chg="del">
          <ac:chgData name="장현석" userId="8592f213-9b8b-47d9-b702-3d8a4a745257" providerId="ADAL" clId="{BCBD4D82-18F0-4747-98E1-E469ED2AC6AF}" dt="2025-03-26T09:00:32.851" v="11038" actId="478"/>
          <ac:picMkLst>
            <pc:docMk/>
            <pc:sldMk cId="3806027331" sldId="302"/>
            <ac:picMk id="5" creationId="{D7E46DA8-4189-56E1-2D0E-9AEC8B82C987}"/>
          </ac:picMkLst>
        </pc:picChg>
        <pc:picChg chg="add del mod">
          <ac:chgData name="장현석" userId="8592f213-9b8b-47d9-b702-3d8a4a745257" providerId="ADAL" clId="{BCBD4D82-18F0-4747-98E1-E469ED2AC6AF}" dt="2025-03-26T09:28:25.918" v="11167" actId="478"/>
          <ac:picMkLst>
            <pc:docMk/>
            <pc:sldMk cId="3806027331" sldId="302"/>
            <ac:picMk id="6" creationId="{FFDD5326-7B2D-1610-86C3-061FB73D262A}"/>
          </ac:picMkLst>
        </pc:picChg>
        <pc:picChg chg="add del mod modCrop">
          <ac:chgData name="장현석" userId="8592f213-9b8b-47d9-b702-3d8a4a745257" providerId="ADAL" clId="{BCBD4D82-18F0-4747-98E1-E469ED2AC6AF}" dt="2025-03-26T09:28:27.313" v="11168" actId="478"/>
          <ac:picMkLst>
            <pc:docMk/>
            <pc:sldMk cId="3806027331" sldId="302"/>
            <ac:picMk id="8" creationId="{EADFF1C1-249E-9E91-C03B-8BA42EC85CFA}"/>
          </ac:picMkLst>
        </pc:picChg>
        <pc:picChg chg="add del mod modCrop">
          <ac:chgData name="장현석" userId="8592f213-9b8b-47d9-b702-3d8a4a745257" providerId="ADAL" clId="{BCBD4D82-18F0-4747-98E1-E469ED2AC6AF}" dt="2025-03-26T09:28:28.442" v="11169" actId="478"/>
          <ac:picMkLst>
            <pc:docMk/>
            <pc:sldMk cId="3806027331" sldId="302"/>
            <ac:picMk id="11" creationId="{0221096C-16F0-1AD9-7C51-1BF4E705A53E}"/>
          </ac:picMkLst>
        </pc:picChg>
        <pc:picChg chg="add del mod">
          <ac:chgData name="장현석" userId="8592f213-9b8b-47d9-b702-3d8a4a745257" providerId="ADAL" clId="{BCBD4D82-18F0-4747-98E1-E469ED2AC6AF}" dt="2025-03-26T09:28:30.026" v="11170" actId="478"/>
          <ac:picMkLst>
            <pc:docMk/>
            <pc:sldMk cId="3806027331" sldId="302"/>
            <ac:picMk id="15" creationId="{DC17774D-10EA-AF8B-1CEB-ECE26C18DC20}"/>
          </ac:picMkLst>
        </pc:picChg>
        <pc:picChg chg="add del mod">
          <ac:chgData name="장현석" userId="8592f213-9b8b-47d9-b702-3d8a4a745257" providerId="ADAL" clId="{BCBD4D82-18F0-4747-98E1-E469ED2AC6AF}" dt="2025-03-26T09:26:58.783" v="11155" actId="478"/>
          <ac:picMkLst>
            <pc:docMk/>
            <pc:sldMk cId="3806027331" sldId="302"/>
            <ac:picMk id="22" creationId="{08CEB67A-168D-B3BE-E635-567D29D47356}"/>
          </ac:picMkLst>
        </pc:picChg>
        <pc:picChg chg="add mod">
          <ac:chgData name="장현석" userId="8592f213-9b8b-47d9-b702-3d8a4a745257" providerId="ADAL" clId="{BCBD4D82-18F0-4747-98E1-E469ED2AC6AF}" dt="2025-03-26T09:30:26.007" v="11266" actId="14100"/>
          <ac:picMkLst>
            <pc:docMk/>
            <pc:sldMk cId="3806027331" sldId="302"/>
            <ac:picMk id="25" creationId="{E54D360E-461E-F070-A269-7C95FC20B41A}"/>
          </ac:picMkLst>
        </pc:picChg>
        <pc:picChg chg="del">
          <ac:chgData name="장현석" userId="8592f213-9b8b-47d9-b702-3d8a4a745257" providerId="ADAL" clId="{BCBD4D82-18F0-4747-98E1-E469ED2AC6AF}" dt="2025-03-26T09:00:34.945" v="11040" actId="478"/>
          <ac:picMkLst>
            <pc:docMk/>
            <pc:sldMk cId="3806027331" sldId="302"/>
            <ac:picMk id="26" creationId="{10F2F4C2-0C1E-3F03-0F0C-A5259903AE3A}"/>
          </ac:picMkLst>
        </pc:picChg>
      </pc:sldChg>
      <pc:sldChg chg="del">
        <pc:chgData name="장현석" userId="8592f213-9b8b-47d9-b702-3d8a4a745257" providerId="ADAL" clId="{BCBD4D82-18F0-4747-98E1-E469ED2AC6AF}" dt="2025-03-25T11:34:00.036" v="5932" actId="2696"/>
        <pc:sldMkLst>
          <pc:docMk/>
          <pc:sldMk cId="4263731029" sldId="302"/>
        </pc:sldMkLst>
      </pc:sldChg>
      <pc:sldChg chg="add del">
        <pc:chgData name="장현석" userId="8592f213-9b8b-47d9-b702-3d8a4a745257" providerId="ADAL" clId="{BCBD4D82-18F0-4747-98E1-E469ED2AC6AF}" dt="2025-03-26T09:27:07.633" v="11157" actId="2696"/>
        <pc:sldMkLst>
          <pc:docMk/>
          <pc:sldMk cId="2448608805" sldId="303"/>
        </pc:sldMkLst>
      </pc:sldChg>
      <pc:sldChg chg="addSp modSp add mod">
        <pc:chgData name="장현석" userId="8592f213-9b8b-47d9-b702-3d8a4a745257" providerId="ADAL" clId="{BCBD4D82-18F0-4747-98E1-E469ED2AC6AF}" dt="2025-03-26T09:30:44.695" v="11268" actId="20577"/>
        <pc:sldMkLst>
          <pc:docMk/>
          <pc:sldMk cId="3404767714" sldId="304"/>
        </pc:sldMkLst>
        <pc:spChg chg="add mod">
          <ac:chgData name="장현석" userId="8592f213-9b8b-47d9-b702-3d8a4a745257" providerId="ADAL" clId="{BCBD4D82-18F0-4747-98E1-E469ED2AC6AF}" dt="2025-03-26T09:28:14.745" v="11165" actId="1582"/>
          <ac:spMkLst>
            <pc:docMk/>
            <pc:sldMk cId="3404767714" sldId="304"/>
            <ac:spMk id="4" creationId="{F283A069-EA76-53E3-5DCD-3CA3CD4FC65A}"/>
          </ac:spMkLst>
        </pc:spChg>
        <pc:spChg chg="mod">
          <ac:chgData name="장현석" userId="8592f213-9b8b-47d9-b702-3d8a4a745257" providerId="ADAL" clId="{BCBD4D82-18F0-4747-98E1-E469ED2AC6AF}" dt="2025-03-26T09:30:44.695" v="11268" actId="20577"/>
          <ac:spMkLst>
            <pc:docMk/>
            <pc:sldMk cId="3404767714" sldId="304"/>
            <ac:spMk id="21" creationId="{0078DB2E-8852-D73F-B70F-EA8394FB8C2E}"/>
          </ac:spMkLst>
        </pc:spChg>
        <pc:picChg chg="mod">
          <ac:chgData name="장현석" userId="8592f213-9b8b-47d9-b702-3d8a4a745257" providerId="ADAL" clId="{BCBD4D82-18F0-4747-98E1-E469ED2AC6AF}" dt="2025-03-26T09:27:49.511" v="11158" actId="1076"/>
          <ac:picMkLst>
            <pc:docMk/>
            <pc:sldMk cId="3404767714" sldId="304"/>
            <ac:picMk id="15" creationId="{83159105-A3BB-5D14-ACD8-EF47E7AA8FDE}"/>
          </ac:picMkLst>
        </pc:picChg>
      </pc:sldChg>
    </pc:docChg>
  </pc:docChgLst>
  <pc:docChgLst>
    <pc:chgData name="정민성" userId="21e476b9-b39c-4fd0-afba-2b695dacaa98" providerId="ADAL" clId="{0B73621A-13ED-4952-9D56-124A1CF350C9}"/>
    <pc:docChg chg="undo redo custSel addSld delSld modSld sldOrd">
      <pc:chgData name="정민성" userId="21e476b9-b39c-4fd0-afba-2b695dacaa98" providerId="ADAL" clId="{0B73621A-13ED-4952-9D56-124A1CF350C9}" dt="2025-03-26T11:47:17.077" v="11597" actId="20577"/>
      <pc:docMkLst>
        <pc:docMk/>
      </pc:docMkLst>
      <pc:sldChg chg="modSp mod modNotesTx">
        <pc:chgData name="정민성" userId="21e476b9-b39c-4fd0-afba-2b695dacaa98" providerId="ADAL" clId="{0B73621A-13ED-4952-9D56-124A1CF350C9}" dt="2025-03-26T07:10:57.464" v="4813" actId="20577"/>
        <pc:sldMkLst>
          <pc:docMk/>
          <pc:sldMk cId="0" sldId="256"/>
        </pc:sldMkLst>
        <pc:spChg chg="mod">
          <ac:chgData name="정민성" userId="21e476b9-b39c-4fd0-afba-2b695dacaa98" providerId="ADAL" clId="{0B73621A-13ED-4952-9D56-124A1CF350C9}" dt="2025-03-25T11:32:30.309" v="4284" actId="1076"/>
          <ac:spMkLst>
            <pc:docMk/>
            <pc:sldMk cId="0" sldId="256"/>
            <ac:spMk id="4" creationId="{CA271D82-D989-9E85-6AAC-1E61129B53FA}"/>
          </ac:spMkLst>
        </pc:spChg>
      </pc:sldChg>
      <pc:sldChg chg="modSp mod modNotesTx">
        <pc:chgData name="정민성" userId="21e476b9-b39c-4fd0-afba-2b695dacaa98" providerId="ADAL" clId="{0B73621A-13ED-4952-9D56-124A1CF350C9}" dt="2025-03-26T07:12:24.517" v="5084" actId="20577"/>
        <pc:sldMkLst>
          <pc:docMk/>
          <pc:sldMk cId="0" sldId="257"/>
        </pc:sldMkLst>
        <pc:spChg chg="mod">
          <ac:chgData name="정민성" userId="21e476b9-b39c-4fd0-afba-2b695dacaa98" providerId="ADAL" clId="{0B73621A-13ED-4952-9D56-124A1CF350C9}" dt="2025-03-26T06:51:57.437" v="4311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정민성" userId="21e476b9-b39c-4fd0-afba-2b695dacaa98" providerId="ADAL" clId="{0B73621A-13ED-4952-9D56-124A1CF350C9}" dt="2025-03-26T06:51:54.096" v="4310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정민성" userId="21e476b9-b39c-4fd0-afba-2b695dacaa98" providerId="ADAL" clId="{0B73621A-13ED-4952-9D56-124A1CF350C9}" dt="2025-03-26T06:52:21.881" v="4319" actId="1410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정민성" userId="21e476b9-b39c-4fd0-afba-2b695dacaa98" providerId="ADAL" clId="{0B73621A-13ED-4952-9D56-124A1CF350C9}" dt="2025-03-26T06:52:13.693" v="4318" actId="1076"/>
          <ac:spMkLst>
            <pc:docMk/>
            <pc:sldMk cId="0" sldId="257"/>
            <ac:spMk id="20" creationId="{00000000-0000-0000-0000-000000000000}"/>
          </ac:spMkLst>
        </pc:spChg>
      </pc:sldChg>
      <pc:sldChg chg="modSp mod">
        <pc:chgData name="정민성" userId="21e476b9-b39c-4fd0-afba-2b695dacaa98" providerId="ADAL" clId="{0B73621A-13ED-4952-9D56-124A1CF350C9}" dt="2025-03-26T06:55:10.140" v="4331" actId="20577"/>
        <pc:sldMkLst>
          <pc:docMk/>
          <pc:sldMk cId="0" sldId="263"/>
        </pc:sldMkLst>
        <pc:spChg chg="mod">
          <ac:chgData name="정민성" userId="21e476b9-b39c-4fd0-afba-2b695dacaa98" providerId="ADAL" clId="{0B73621A-13ED-4952-9D56-124A1CF350C9}" dt="2025-03-26T06:55:10.140" v="4331" actId="20577"/>
          <ac:spMkLst>
            <pc:docMk/>
            <pc:sldMk cId="0" sldId="263"/>
            <ac:spMk id="12" creationId="{69EC77DE-9496-6FF0-2C87-8CAA48E00123}"/>
          </ac:spMkLst>
        </pc:spChg>
      </pc:sldChg>
      <pc:sldChg chg="addSp delSp modSp mod">
        <pc:chgData name="정민성" userId="21e476b9-b39c-4fd0-afba-2b695dacaa98" providerId="ADAL" clId="{0B73621A-13ED-4952-9D56-124A1CF350C9}" dt="2025-03-25T06:00:05.726" v="346" actId="113"/>
        <pc:sldMkLst>
          <pc:docMk/>
          <pc:sldMk cId="3198990838" sldId="267"/>
        </pc:sldMkLst>
        <pc:spChg chg="mod">
          <ac:chgData name="정민성" userId="21e476b9-b39c-4fd0-afba-2b695dacaa98" providerId="ADAL" clId="{0B73621A-13ED-4952-9D56-124A1CF350C9}" dt="2025-03-25T06:00:05.726" v="346" actId="113"/>
          <ac:spMkLst>
            <pc:docMk/>
            <pc:sldMk cId="3198990838" sldId="267"/>
            <ac:spMk id="6" creationId="{8FE22E91-F80A-7D00-6582-C3556B3F7EBC}"/>
          </ac:spMkLst>
        </pc:spChg>
        <pc:spChg chg="del mod">
          <ac:chgData name="정민성" userId="21e476b9-b39c-4fd0-afba-2b695dacaa98" providerId="ADAL" clId="{0B73621A-13ED-4952-9D56-124A1CF350C9}" dt="2025-03-25T05:58:56.062" v="300" actId="478"/>
          <ac:spMkLst>
            <pc:docMk/>
            <pc:sldMk cId="3198990838" sldId="267"/>
            <ac:spMk id="10" creationId="{CA7EFEA8-504C-7EF8-3735-56A5CD87837B}"/>
          </ac:spMkLst>
        </pc:spChg>
        <pc:spChg chg="mod">
          <ac:chgData name="정민성" userId="21e476b9-b39c-4fd0-afba-2b695dacaa98" providerId="ADAL" clId="{0B73621A-13ED-4952-9D56-124A1CF350C9}" dt="2025-03-25T05:59:53.246" v="344" actId="1036"/>
          <ac:spMkLst>
            <pc:docMk/>
            <pc:sldMk cId="3198990838" sldId="267"/>
            <ac:spMk id="12" creationId="{62F19567-2E88-AD43-5DD3-CEB3E4663DB3}"/>
          </ac:spMkLst>
        </pc:spChg>
        <pc:spChg chg="mod">
          <ac:chgData name="정민성" userId="21e476b9-b39c-4fd0-afba-2b695dacaa98" providerId="ADAL" clId="{0B73621A-13ED-4952-9D56-124A1CF350C9}" dt="2025-03-25T05:59:06.943" v="331" actId="1076"/>
          <ac:spMkLst>
            <pc:docMk/>
            <pc:sldMk cId="3198990838" sldId="267"/>
            <ac:spMk id="13" creationId="{A6B09744-CED9-C12A-63F9-B4F9086F1086}"/>
          </ac:spMkLst>
        </pc:spChg>
        <pc:picChg chg="del">
          <ac:chgData name="정민성" userId="21e476b9-b39c-4fd0-afba-2b695dacaa98" providerId="ADAL" clId="{0B73621A-13ED-4952-9D56-124A1CF350C9}" dt="2025-03-25T05:52:57.264" v="5" actId="478"/>
          <ac:picMkLst>
            <pc:docMk/>
            <pc:sldMk cId="3198990838" sldId="267"/>
            <ac:picMk id="5" creationId="{876555A1-3F26-3B8E-7D31-338CC437E1DF}"/>
          </ac:picMkLst>
        </pc:picChg>
        <pc:picChg chg="add mod modCrop">
          <ac:chgData name="정민성" userId="21e476b9-b39c-4fd0-afba-2b695dacaa98" providerId="ADAL" clId="{0B73621A-13ED-4952-9D56-124A1CF350C9}" dt="2025-03-25T05:55:04.663" v="215" actId="732"/>
          <ac:picMkLst>
            <pc:docMk/>
            <pc:sldMk cId="3198990838" sldId="267"/>
            <ac:picMk id="7" creationId="{7773C919-82CA-CD3C-9239-3BB3BC9D0455}"/>
          </ac:picMkLst>
        </pc:picChg>
      </pc:sldChg>
      <pc:sldChg chg="addSp delSp modSp mod modNotesTx">
        <pc:chgData name="정민성" userId="21e476b9-b39c-4fd0-afba-2b695dacaa98" providerId="ADAL" clId="{0B73621A-13ED-4952-9D56-124A1CF350C9}" dt="2025-03-26T09:24:03.546" v="11498" actId="20577"/>
        <pc:sldMkLst>
          <pc:docMk/>
          <pc:sldMk cId="1745230688" sldId="285"/>
        </pc:sldMkLst>
        <pc:spChg chg="mod">
          <ac:chgData name="정민성" userId="21e476b9-b39c-4fd0-afba-2b695dacaa98" providerId="ADAL" clId="{0B73621A-13ED-4952-9D56-124A1CF350C9}" dt="2025-03-25T11:18:02.117" v="3985" actId="20577"/>
          <ac:spMkLst>
            <pc:docMk/>
            <pc:sldMk cId="1745230688" sldId="285"/>
            <ac:spMk id="3" creationId="{F5C71956-FC4C-69CB-9128-F25FECC70DFD}"/>
          </ac:spMkLst>
        </pc:spChg>
        <pc:spChg chg="del">
          <ac:chgData name="정민성" userId="21e476b9-b39c-4fd0-afba-2b695dacaa98" providerId="ADAL" clId="{0B73621A-13ED-4952-9D56-124A1CF350C9}" dt="2025-03-25T09:57:01.908" v="421" actId="478"/>
          <ac:spMkLst>
            <pc:docMk/>
            <pc:sldMk cId="1745230688" sldId="285"/>
            <ac:spMk id="6" creationId="{4718E425-030C-19E3-2006-5A3CC2AB14D9}"/>
          </ac:spMkLst>
        </pc:spChg>
        <pc:spChg chg="add del mod">
          <ac:chgData name="정민성" userId="21e476b9-b39c-4fd0-afba-2b695dacaa98" providerId="ADAL" clId="{0B73621A-13ED-4952-9D56-124A1CF350C9}" dt="2025-03-25T11:44:44.008" v="4289" actId="478"/>
          <ac:spMkLst>
            <pc:docMk/>
            <pc:sldMk cId="1745230688" sldId="285"/>
            <ac:spMk id="7" creationId="{FE3DDD1E-5AA7-0F5B-18BD-7540C4B32BAC}"/>
          </ac:spMkLst>
        </pc:spChg>
        <pc:spChg chg="add del mod topLvl">
          <ac:chgData name="정민성" userId="21e476b9-b39c-4fd0-afba-2b695dacaa98" providerId="ADAL" clId="{0B73621A-13ED-4952-9D56-124A1CF350C9}" dt="2025-03-25T11:18:31.027" v="3992" actId="478"/>
          <ac:spMkLst>
            <pc:docMk/>
            <pc:sldMk cId="1745230688" sldId="285"/>
            <ac:spMk id="8" creationId="{833ACA5E-5A5A-D23B-0CD8-6872306E8095}"/>
          </ac:spMkLst>
        </pc:spChg>
        <pc:spChg chg="add mod">
          <ac:chgData name="정민성" userId="21e476b9-b39c-4fd0-afba-2b695dacaa98" providerId="ADAL" clId="{0B73621A-13ED-4952-9D56-124A1CF350C9}" dt="2025-03-26T09:04:15.500" v="11491" actId="20577"/>
          <ac:spMkLst>
            <pc:docMk/>
            <pc:sldMk cId="1745230688" sldId="285"/>
            <ac:spMk id="9" creationId="{04A867A5-FA57-67CB-26E8-66D8BBDFCEEB}"/>
          </ac:spMkLst>
        </pc:spChg>
        <pc:spChg chg="del mod">
          <ac:chgData name="정민성" userId="21e476b9-b39c-4fd0-afba-2b695dacaa98" providerId="ADAL" clId="{0B73621A-13ED-4952-9D56-124A1CF350C9}" dt="2025-03-25T09:57:03.481" v="424" actId="478"/>
          <ac:spMkLst>
            <pc:docMk/>
            <pc:sldMk cId="1745230688" sldId="285"/>
            <ac:spMk id="10" creationId="{0BCF3640-7633-578D-EC17-E664EE998EBA}"/>
          </ac:spMkLst>
        </pc:spChg>
        <pc:spChg chg="del">
          <ac:chgData name="정민성" userId="21e476b9-b39c-4fd0-afba-2b695dacaa98" providerId="ADAL" clId="{0B73621A-13ED-4952-9D56-124A1CF350C9}" dt="2025-03-25T09:57:12.219" v="427" actId="478"/>
          <ac:spMkLst>
            <pc:docMk/>
            <pc:sldMk cId="1745230688" sldId="285"/>
            <ac:spMk id="11" creationId="{F0C00ABD-B2A7-AE29-C737-2058935FBA70}"/>
          </ac:spMkLst>
        </pc:spChg>
        <pc:spChg chg="add mod">
          <ac:chgData name="정민성" userId="21e476b9-b39c-4fd0-afba-2b695dacaa98" providerId="ADAL" clId="{0B73621A-13ED-4952-9D56-124A1CF350C9}" dt="2025-03-25T10:21:32.563" v="1846"/>
          <ac:spMkLst>
            <pc:docMk/>
            <pc:sldMk cId="1745230688" sldId="285"/>
            <ac:spMk id="13" creationId="{4F52511B-72D3-CD0D-E895-2A838BAFBAF8}"/>
          </ac:spMkLst>
        </pc:spChg>
        <pc:spChg chg="add mod">
          <ac:chgData name="정민성" userId="21e476b9-b39c-4fd0-afba-2b695dacaa98" providerId="ADAL" clId="{0B73621A-13ED-4952-9D56-124A1CF350C9}" dt="2025-03-25T10:21:32.563" v="1846"/>
          <ac:spMkLst>
            <pc:docMk/>
            <pc:sldMk cId="1745230688" sldId="285"/>
            <ac:spMk id="14" creationId="{405A2C8E-8B2D-3681-D6D9-D89A2B81C7A6}"/>
          </ac:spMkLst>
        </pc:spChg>
        <pc:spChg chg="add del mod">
          <ac:chgData name="정민성" userId="21e476b9-b39c-4fd0-afba-2b695dacaa98" providerId="ADAL" clId="{0B73621A-13ED-4952-9D56-124A1CF350C9}" dt="2025-03-25T11:18:31.752" v="3993" actId="478"/>
          <ac:spMkLst>
            <pc:docMk/>
            <pc:sldMk cId="1745230688" sldId="285"/>
            <ac:spMk id="15" creationId="{1EE0187B-2370-22B5-1BEB-276D2D00FD87}"/>
          </ac:spMkLst>
        </pc:spChg>
        <pc:spChg chg="add del mod">
          <ac:chgData name="정민성" userId="21e476b9-b39c-4fd0-afba-2b695dacaa98" providerId="ADAL" clId="{0B73621A-13ED-4952-9D56-124A1CF350C9}" dt="2025-03-25T10:22:12.718" v="1853"/>
          <ac:spMkLst>
            <pc:docMk/>
            <pc:sldMk cId="1745230688" sldId="285"/>
            <ac:spMk id="16" creationId="{658FD15B-92A6-EE7C-2A70-DDC70E7712E9}"/>
          </ac:spMkLst>
        </pc:spChg>
        <pc:spChg chg="mod topLvl">
          <ac:chgData name="정민성" userId="21e476b9-b39c-4fd0-afba-2b695dacaa98" providerId="ADAL" clId="{0B73621A-13ED-4952-9D56-124A1CF350C9}" dt="2025-03-25T11:26:17.773" v="4204" actId="1076"/>
          <ac:spMkLst>
            <pc:docMk/>
            <pc:sldMk cId="1745230688" sldId="285"/>
            <ac:spMk id="17" creationId="{0B71B0BA-3575-0867-0D97-145B9D5F3ACC}"/>
          </ac:spMkLst>
        </pc:spChg>
        <pc:spChg chg="del">
          <ac:chgData name="정민성" userId="21e476b9-b39c-4fd0-afba-2b695dacaa98" providerId="ADAL" clId="{0B73621A-13ED-4952-9D56-124A1CF350C9}" dt="2025-03-25T09:57:09.198" v="425" actId="478"/>
          <ac:spMkLst>
            <pc:docMk/>
            <pc:sldMk cId="1745230688" sldId="285"/>
            <ac:spMk id="18" creationId="{242F347C-1607-5790-6463-70C62F32C672}"/>
          </ac:spMkLst>
        </pc:spChg>
        <pc:spChg chg="add mod">
          <ac:chgData name="정민성" userId="21e476b9-b39c-4fd0-afba-2b695dacaa98" providerId="ADAL" clId="{0B73621A-13ED-4952-9D56-124A1CF350C9}" dt="2025-03-26T08:34:12.259" v="9260"/>
          <ac:spMkLst>
            <pc:docMk/>
            <pc:sldMk cId="1745230688" sldId="285"/>
            <ac:spMk id="22" creationId="{83491CD1-D995-562E-07C2-5A59B6457418}"/>
          </ac:spMkLst>
        </pc:spChg>
        <pc:spChg chg="del">
          <ac:chgData name="정민성" userId="21e476b9-b39c-4fd0-afba-2b695dacaa98" providerId="ADAL" clId="{0B73621A-13ED-4952-9D56-124A1CF350C9}" dt="2025-03-25T09:57:11.530" v="426" actId="478"/>
          <ac:spMkLst>
            <pc:docMk/>
            <pc:sldMk cId="1745230688" sldId="285"/>
            <ac:spMk id="23" creationId="{44DE8AC4-C09C-B13D-C45D-95DCE7BB40E2}"/>
          </ac:spMkLst>
        </pc:spChg>
        <pc:spChg chg="add del mod">
          <ac:chgData name="정민성" userId="21e476b9-b39c-4fd0-afba-2b695dacaa98" providerId="ADAL" clId="{0B73621A-13ED-4952-9D56-124A1CF350C9}" dt="2025-03-25T11:26:08.839" v="4202"/>
          <ac:spMkLst>
            <pc:docMk/>
            <pc:sldMk cId="1745230688" sldId="285"/>
            <ac:spMk id="25" creationId="{576F6880-8364-B1FC-3951-15FA912B0EBE}"/>
          </ac:spMkLst>
        </pc:spChg>
        <pc:spChg chg="add mod">
          <ac:chgData name="정민성" userId="21e476b9-b39c-4fd0-afba-2b695dacaa98" providerId="ADAL" clId="{0B73621A-13ED-4952-9D56-124A1CF350C9}" dt="2025-03-25T11:26:42.725" v="4213" actId="2711"/>
          <ac:spMkLst>
            <pc:docMk/>
            <pc:sldMk cId="1745230688" sldId="285"/>
            <ac:spMk id="26" creationId="{35F58641-1BC6-70C1-97BF-8F537D4E38B8}"/>
          </ac:spMkLst>
        </pc:spChg>
        <pc:grpChg chg="add del mod">
          <ac:chgData name="정민성" userId="21e476b9-b39c-4fd0-afba-2b695dacaa98" providerId="ADAL" clId="{0B73621A-13ED-4952-9D56-124A1CF350C9}" dt="2025-03-25T10:21:30.367" v="1845" actId="165"/>
          <ac:grpSpMkLst>
            <pc:docMk/>
            <pc:sldMk cId="1745230688" sldId="285"/>
            <ac:grpSpMk id="12" creationId="{0E04271F-D77B-6D49-DA51-CF6D802C1F4D}"/>
          </ac:grpSpMkLst>
        </pc:grpChg>
        <pc:picChg chg="add mod">
          <ac:chgData name="정민성" userId="21e476b9-b39c-4fd0-afba-2b695dacaa98" providerId="ADAL" clId="{0B73621A-13ED-4952-9D56-124A1CF350C9}" dt="2025-03-25T11:46:47.997" v="4294" actId="14100"/>
          <ac:picMkLst>
            <pc:docMk/>
            <pc:sldMk cId="1745230688" sldId="285"/>
            <ac:picMk id="5" creationId="{A979ADE8-0357-F76B-9286-DE10D580878F}"/>
          </ac:picMkLst>
        </pc:picChg>
        <pc:cxnChg chg="add mod">
          <ac:chgData name="정민성" userId="21e476b9-b39c-4fd0-afba-2b695dacaa98" providerId="ADAL" clId="{0B73621A-13ED-4952-9D56-124A1CF350C9}" dt="2025-03-26T08:26:16.222" v="8130" actId="1076"/>
          <ac:cxnSpMkLst>
            <pc:docMk/>
            <pc:sldMk cId="1745230688" sldId="285"/>
            <ac:cxnSpMk id="24" creationId="{EE0FE946-3565-A65F-C81B-162EEBEE02B2}"/>
          </ac:cxnSpMkLst>
        </pc:cxnChg>
      </pc:sldChg>
      <pc:sldChg chg="del">
        <pc:chgData name="정민성" userId="21e476b9-b39c-4fd0-afba-2b695dacaa98" providerId="ADAL" clId="{0B73621A-13ED-4952-9D56-124A1CF350C9}" dt="2025-03-25T09:54:28.431" v="352" actId="47"/>
        <pc:sldMkLst>
          <pc:docMk/>
          <pc:sldMk cId="4169723675" sldId="286"/>
        </pc:sldMkLst>
      </pc:sldChg>
      <pc:sldChg chg="del">
        <pc:chgData name="정민성" userId="21e476b9-b39c-4fd0-afba-2b695dacaa98" providerId="ADAL" clId="{0B73621A-13ED-4952-9D56-124A1CF350C9}" dt="2025-03-25T09:54:19.272" v="351" actId="47"/>
        <pc:sldMkLst>
          <pc:docMk/>
          <pc:sldMk cId="385842541" sldId="287"/>
        </pc:sldMkLst>
      </pc:sldChg>
      <pc:sldChg chg="addSp delSp modSp mod">
        <pc:chgData name="정민성" userId="21e476b9-b39c-4fd0-afba-2b695dacaa98" providerId="ADAL" clId="{0B73621A-13ED-4952-9D56-124A1CF350C9}" dt="2025-03-25T10:27:05.760" v="2345"/>
        <pc:sldMkLst>
          <pc:docMk/>
          <pc:sldMk cId="39929321" sldId="288"/>
        </pc:sldMkLst>
        <pc:spChg chg="add del">
          <ac:chgData name="정민성" userId="21e476b9-b39c-4fd0-afba-2b695dacaa98" providerId="ADAL" clId="{0B73621A-13ED-4952-9D56-124A1CF350C9}" dt="2025-03-25T10:26:55.377" v="2320" actId="478"/>
          <ac:spMkLst>
            <pc:docMk/>
            <pc:sldMk cId="39929321" sldId="288"/>
            <ac:spMk id="8" creationId="{F2FF5FDC-22DD-F3E0-7E26-7F0D2C5449B9}"/>
          </ac:spMkLst>
        </pc:spChg>
        <pc:spChg chg="add del">
          <ac:chgData name="정민성" userId="21e476b9-b39c-4fd0-afba-2b695dacaa98" providerId="ADAL" clId="{0B73621A-13ED-4952-9D56-124A1CF350C9}" dt="2025-03-25T10:26:55.346" v="2319" actId="478"/>
          <ac:spMkLst>
            <pc:docMk/>
            <pc:sldMk cId="39929321" sldId="288"/>
            <ac:spMk id="11" creationId="{3A56A255-076E-CE42-5200-1D452F022005}"/>
          </ac:spMkLst>
        </pc:spChg>
        <pc:spChg chg="add del">
          <ac:chgData name="정민성" userId="21e476b9-b39c-4fd0-afba-2b695dacaa98" providerId="ADAL" clId="{0B73621A-13ED-4952-9D56-124A1CF350C9}" dt="2025-03-25T10:26:55.299" v="2318" actId="478"/>
          <ac:spMkLst>
            <pc:docMk/>
            <pc:sldMk cId="39929321" sldId="288"/>
            <ac:spMk id="12" creationId="{FDBC9D03-B97E-254B-687C-6ED484F7E9F0}"/>
          </ac:spMkLst>
        </pc:spChg>
        <pc:spChg chg="add del">
          <ac:chgData name="정민성" userId="21e476b9-b39c-4fd0-afba-2b695dacaa98" providerId="ADAL" clId="{0B73621A-13ED-4952-9D56-124A1CF350C9}" dt="2025-03-25T10:26:55.275" v="2317" actId="478"/>
          <ac:spMkLst>
            <pc:docMk/>
            <pc:sldMk cId="39929321" sldId="288"/>
            <ac:spMk id="13" creationId="{7338051C-D539-FE84-456B-421E35FD7C4C}"/>
          </ac:spMkLst>
        </pc:spChg>
        <pc:spChg chg="add del mod">
          <ac:chgData name="정민성" userId="21e476b9-b39c-4fd0-afba-2b695dacaa98" providerId="ADAL" clId="{0B73621A-13ED-4952-9D56-124A1CF350C9}" dt="2025-03-25T10:26:55.948" v="2324" actId="20577"/>
          <ac:spMkLst>
            <pc:docMk/>
            <pc:sldMk cId="39929321" sldId="288"/>
            <ac:spMk id="15" creationId="{DD9371D6-D891-36D5-AFE1-177FDCF9DDAE}"/>
          </ac:spMkLst>
        </pc:spChg>
        <pc:spChg chg="add del">
          <ac:chgData name="정민성" userId="21e476b9-b39c-4fd0-afba-2b695dacaa98" providerId="ADAL" clId="{0B73621A-13ED-4952-9D56-124A1CF350C9}" dt="2025-03-25T10:26:54.769" v="2316" actId="478"/>
          <ac:spMkLst>
            <pc:docMk/>
            <pc:sldMk cId="39929321" sldId="288"/>
            <ac:spMk id="16" creationId="{AE315152-DECA-A4E3-A0DE-CA492B757490}"/>
          </ac:spMkLst>
        </pc:spChg>
        <pc:spChg chg="mod">
          <ac:chgData name="정민성" userId="21e476b9-b39c-4fd0-afba-2b695dacaa98" providerId="ADAL" clId="{0B73621A-13ED-4952-9D56-124A1CF350C9}" dt="2025-03-25T09:54:10.413" v="348" actId="20577"/>
          <ac:spMkLst>
            <pc:docMk/>
            <pc:sldMk cId="39929321" sldId="288"/>
            <ac:spMk id="21" creationId="{FE7809D6-F08C-13A8-E112-77AA4E017F11}"/>
          </ac:spMkLst>
        </pc:spChg>
        <pc:spChg chg="add del">
          <ac:chgData name="정민성" userId="21e476b9-b39c-4fd0-afba-2b695dacaa98" providerId="ADAL" clId="{0B73621A-13ED-4952-9D56-124A1CF350C9}" dt="2025-03-25T10:26:56.179" v="2325" actId="478"/>
          <ac:spMkLst>
            <pc:docMk/>
            <pc:sldMk cId="39929321" sldId="288"/>
            <ac:spMk id="24" creationId="{D0644B27-5B6C-326C-9EDD-BD2DCAB4890D}"/>
          </ac:spMkLst>
        </pc:spChg>
        <pc:spChg chg="add del">
          <ac:chgData name="정민성" userId="21e476b9-b39c-4fd0-afba-2b695dacaa98" providerId="ADAL" clId="{0B73621A-13ED-4952-9D56-124A1CF350C9}" dt="2025-03-25T10:26:55.407" v="2321" actId="478"/>
          <ac:spMkLst>
            <pc:docMk/>
            <pc:sldMk cId="39929321" sldId="288"/>
            <ac:spMk id="27" creationId="{CD161085-614F-4DBB-FAF4-A6C525F0590C}"/>
          </ac:spMkLst>
        </pc:spChg>
        <pc:spChg chg="add del">
          <ac:chgData name="정민성" userId="21e476b9-b39c-4fd0-afba-2b695dacaa98" providerId="ADAL" clId="{0B73621A-13ED-4952-9D56-124A1CF350C9}" dt="2025-03-25T10:26:55.439" v="2322" actId="478"/>
          <ac:spMkLst>
            <pc:docMk/>
            <pc:sldMk cId="39929321" sldId="288"/>
            <ac:spMk id="32" creationId="{9BF4FDCE-2987-C3ED-EF43-7EE992580A64}"/>
          </ac:spMkLst>
        </pc:spChg>
        <pc:grpChg chg="add del">
          <ac:chgData name="정민성" userId="21e476b9-b39c-4fd0-afba-2b695dacaa98" providerId="ADAL" clId="{0B73621A-13ED-4952-9D56-124A1CF350C9}" dt="2025-03-25T10:26:56.692" v="2326" actId="478"/>
          <ac:grpSpMkLst>
            <pc:docMk/>
            <pc:sldMk cId="39929321" sldId="288"/>
            <ac:grpSpMk id="37" creationId="{469F128C-2DB6-C9C4-7F0A-65A8E92BFB2B}"/>
          </ac:grpSpMkLst>
        </pc:grpChg>
        <pc:picChg chg="add mod">
          <ac:chgData name="정민성" userId="21e476b9-b39c-4fd0-afba-2b695dacaa98" providerId="ADAL" clId="{0B73621A-13ED-4952-9D56-124A1CF350C9}" dt="2025-03-25T10:27:05.760" v="2345"/>
          <ac:picMkLst>
            <pc:docMk/>
            <pc:sldMk cId="39929321" sldId="288"/>
            <ac:picMk id="4" creationId="{2A11EB6E-E21C-42B5-B8E6-50373C5AB7AD}"/>
          </ac:picMkLst>
        </pc:picChg>
        <pc:picChg chg="add del">
          <ac:chgData name="정민성" userId="21e476b9-b39c-4fd0-afba-2b695dacaa98" providerId="ADAL" clId="{0B73621A-13ED-4952-9D56-124A1CF350C9}" dt="2025-03-25T10:27:03.474" v="2344" actId="478"/>
          <ac:picMkLst>
            <pc:docMk/>
            <pc:sldMk cId="39929321" sldId="288"/>
            <ac:picMk id="7" creationId="{5BC317CE-727C-F881-BAF9-CADD564714FF}"/>
          </ac:picMkLst>
        </pc:picChg>
      </pc:sldChg>
      <pc:sldChg chg="del">
        <pc:chgData name="정민성" userId="21e476b9-b39c-4fd0-afba-2b695dacaa98" providerId="ADAL" clId="{0B73621A-13ED-4952-9D56-124A1CF350C9}" dt="2025-03-25T09:54:14.619" v="349" actId="47"/>
        <pc:sldMkLst>
          <pc:docMk/>
          <pc:sldMk cId="283449544" sldId="289"/>
        </pc:sldMkLst>
      </pc:sldChg>
      <pc:sldChg chg="del">
        <pc:chgData name="정민성" userId="21e476b9-b39c-4fd0-afba-2b695dacaa98" providerId="ADAL" clId="{0B73621A-13ED-4952-9D56-124A1CF350C9}" dt="2025-03-25T09:54:15.750" v="350" actId="47"/>
        <pc:sldMkLst>
          <pc:docMk/>
          <pc:sldMk cId="117666984" sldId="291"/>
        </pc:sldMkLst>
      </pc:sldChg>
      <pc:sldChg chg="modNotesTx">
        <pc:chgData name="정민성" userId="21e476b9-b39c-4fd0-afba-2b695dacaa98" providerId="ADAL" clId="{0B73621A-13ED-4952-9D56-124A1CF350C9}" dt="2025-03-26T07:26:09.674" v="5900" actId="20577"/>
        <pc:sldMkLst>
          <pc:docMk/>
          <pc:sldMk cId="2737679124" sldId="294"/>
        </pc:sldMkLst>
      </pc:sldChg>
      <pc:sldChg chg="addSp delSp modSp mod modNotesTx">
        <pc:chgData name="정민성" userId="21e476b9-b39c-4fd0-afba-2b695dacaa98" providerId="ADAL" clId="{0B73621A-13ED-4952-9D56-124A1CF350C9}" dt="2025-03-26T08:01:48.379" v="8055" actId="20577"/>
        <pc:sldMkLst>
          <pc:docMk/>
          <pc:sldMk cId="3151052977" sldId="295"/>
        </pc:sldMkLst>
        <pc:picChg chg="add del mod">
          <ac:chgData name="정민성" userId="21e476b9-b39c-4fd0-afba-2b695dacaa98" providerId="ADAL" clId="{0B73621A-13ED-4952-9D56-124A1CF350C9}" dt="2025-03-26T07:58:44.337" v="7893" actId="478"/>
          <ac:picMkLst>
            <pc:docMk/>
            <pc:sldMk cId="3151052977" sldId="295"/>
            <ac:picMk id="7" creationId="{C889C66B-B02C-8890-3A97-2B7ED5B51C11}"/>
          </ac:picMkLst>
        </pc:picChg>
        <pc:picChg chg="add mod">
          <ac:chgData name="정민성" userId="21e476b9-b39c-4fd0-afba-2b695dacaa98" providerId="ADAL" clId="{0B73621A-13ED-4952-9D56-124A1CF350C9}" dt="2025-03-26T07:58:51.656" v="7898" actId="1076"/>
          <ac:picMkLst>
            <pc:docMk/>
            <pc:sldMk cId="3151052977" sldId="295"/>
            <ac:picMk id="9" creationId="{DFFD0542-73DB-B3BD-735C-4E26C48CCED3}"/>
          </ac:picMkLst>
        </pc:picChg>
        <pc:picChg chg="mod">
          <ac:chgData name="정민성" userId="21e476b9-b39c-4fd0-afba-2b695dacaa98" providerId="ADAL" clId="{0B73621A-13ED-4952-9D56-124A1CF350C9}" dt="2025-03-26T07:57:40.104" v="7887" actId="1076"/>
          <ac:picMkLst>
            <pc:docMk/>
            <pc:sldMk cId="3151052977" sldId="295"/>
            <ac:picMk id="3074" creationId="{19D0D3F3-DCC5-1F91-81EB-B54437B86F2B}"/>
          </ac:picMkLst>
        </pc:picChg>
        <pc:picChg chg="del">
          <ac:chgData name="정민성" userId="21e476b9-b39c-4fd0-afba-2b695dacaa98" providerId="ADAL" clId="{0B73621A-13ED-4952-9D56-124A1CF350C9}" dt="2025-03-26T07:57:36.406" v="7886" actId="478"/>
          <ac:picMkLst>
            <pc:docMk/>
            <pc:sldMk cId="3151052977" sldId="295"/>
            <ac:picMk id="3076" creationId="{AC8A64EF-7282-9EA0-8095-71349017234E}"/>
          </ac:picMkLst>
        </pc:picChg>
      </pc:sldChg>
      <pc:sldChg chg="addSp delSp modSp mod modNotesTx">
        <pc:chgData name="정민성" userId="21e476b9-b39c-4fd0-afba-2b695dacaa98" providerId="ADAL" clId="{0B73621A-13ED-4952-9D56-124A1CF350C9}" dt="2025-03-26T07:47:50.593" v="7180" actId="20577"/>
        <pc:sldMkLst>
          <pc:docMk/>
          <pc:sldMk cId="1546770315" sldId="296"/>
        </pc:sldMkLst>
        <pc:spChg chg="add mod">
          <ac:chgData name="정민성" userId="21e476b9-b39c-4fd0-afba-2b695dacaa98" providerId="ADAL" clId="{0B73621A-13ED-4952-9D56-124A1CF350C9}" dt="2025-03-26T07:46:20.864" v="7119" actId="1076"/>
          <ac:spMkLst>
            <pc:docMk/>
            <pc:sldMk cId="1546770315" sldId="296"/>
            <ac:spMk id="4" creationId="{25C05814-C5C0-9925-141A-6AD759009D7D}"/>
          </ac:spMkLst>
        </pc:spChg>
        <pc:spChg chg="add mod">
          <ac:chgData name="정민성" userId="21e476b9-b39c-4fd0-afba-2b695dacaa98" providerId="ADAL" clId="{0B73621A-13ED-4952-9D56-124A1CF350C9}" dt="2025-03-26T07:46:29.637" v="7122" actId="14100"/>
          <ac:spMkLst>
            <pc:docMk/>
            <pc:sldMk cId="1546770315" sldId="296"/>
            <ac:spMk id="7" creationId="{7AB85310-8C34-9851-C73E-7DC67BDE13AF}"/>
          </ac:spMkLst>
        </pc:spChg>
        <pc:spChg chg="add del mod">
          <ac:chgData name="정민성" userId="21e476b9-b39c-4fd0-afba-2b695dacaa98" providerId="ADAL" clId="{0B73621A-13ED-4952-9D56-124A1CF350C9}" dt="2025-03-26T07:47:17.025" v="7149"/>
          <ac:spMkLst>
            <pc:docMk/>
            <pc:sldMk cId="1546770315" sldId="296"/>
            <ac:spMk id="8" creationId="{49BED84D-F021-9FE7-DF51-DA2D542A61D9}"/>
          </ac:spMkLst>
        </pc:spChg>
        <pc:spChg chg="add mod">
          <ac:chgData name="정민성" userId="21e476b9-b39c-4fd0-afba-2b695dacaa98" providerId="ADAL" clId="{0B73621A-13ED-4952-9D56-124A1CF350C9}" dt="2025-03-26T07:47:15.490" v="7147" actId="113"/>
          <ac:spMkLst>
            <pc:docMk/>
            <pc:sldMk cId="1546770315" sldId="296"/>
            <ac:spMk id="9" creationId="{2B7562A2-2CA5-2B05-FBF5-DA157BAB5587}"/>
          </ac:spMkLst>
        </pc:spChg>
        <pc:picChg chg="mod">
          <ac:chgData name="정민성" userId="21e476b9-b39c-4fd0-afba-2b695dacaa98" providerId="ADAL" clId="{0B73621A-13ED-4952-9D56-124A1CF350C9}" dt="2025-03-26T07:46:13.523" v="7116" actId="1076"/>
          <ac:picMkLst>
            <pc:docMk/>
            <pc:sldMk cId="1546770315" sldId="296"/>
            <ac:picMk id="26" creationId="{06DD5F80-E839-B1F4-7F2D-FECE9A9F9F64}"/>
          </ac:picMkLst>
        </pc:picChg>
      </pc:sldChg>
      <pc:sldChg chg="addSp delSp modSp add mod ord setBg modNotesTx">
        <pc:chgData name="정민성" userId="21e476b9-b39c-4fd0-afba-2b695dacaa98" providerId="ADAL" clId="{0B73621A-13ED-4952-9D56-124A1CF350C9}" dt="2025-03-26T08:38:51.937" v="10432" actId="20577"/>
        <pc:sldMkLst>
          <pc:docMk/>
          <pc:sldMk cId="11996634" sldId="299"/>
        </pc:sldMkLst>
        <pc:spChg chg="mod">
          <ac:chgData name="정민성" userId="21e476b9-b39c-4fd0-afba-2b695dacaa98" providerId="ADAL" clId="{0B73621A-13ED-4952-9D56-124A1CF350C9}" dt="2025-03-25T11:27:00.827" v="4215" actId="20577"/>
          <ac:spMkLst>
            <pc:docMk/>
            <pc:sldMk cId="11996634" sldId="299"/>
            <ac:spMk id="3" creationId="{1D728BF1-96D5-AB30-C93E-8B5CD8E5D2C2}"/>
          </ac:spMkLst>
        </pc:spChg>
        <pc:spChg chg="mod topLvl">
          <ac:chgData name="정민성" userId="21e476b9-b39c-4fd0-afba-2b695dacaa98" providerId="ADAL" clId="{0B73621A-13ED-4952-9D56-124A1CF350C9}" dt="2025-03-25T11:28:55.083" v="4253" actId="12"/>
          <ac:spMkLst>
            <pc:docMk/>
            <pc:sldMk cId="11996634" sldId="299"/>
            <ac:spMk id="6" creationId="{93F3B672-BC3C-8E4C-00EB-61F66223A42D}"/>
          </ac:spMkLst>
        </pc:spChg>
        <pc:spChg chg="del">
          <ac:chgData name="정민성" userId="21e476b9-b39c-4fd0-afba-2b695dacaa98" providerId="ADAL" clId="{0B73621A-13ED-4952-9D56-124A1CF350C9}" dt="2025-03-25T10:27:25.075" v="2355" actId="478"/>
          <ac:spMkLst>
            <pc:docMk/>
            <pc:sldMk cId="11996634" sldId="299"/>
            <ac:spMk id="8" creationId="{6BA566D9-2E53-DB93-2888-D48A38A2ACB0}"/>
          </ac:spMkLst>
        </pc:spChg>
        <pc:spChg chg="del">
          <ac:chgData name="정민성" userId="21e476b9-b39c-4fd0-afba-2b695dacaa98" providerId="ADAL" clId="{0B73621A-13ED-4952-9D56-124A1CF350C9}" dt="2025-03-25T10:27:25.979" v="2356" actId="478"/>
          <ac:spMkLst>
            <pc:docMk/>
            <pc:sldMk cId="11996634" sldId="299"/>
            <ac:spMk id="11" creationId="{25378C59-D3D7-4147-1322-E9D3CC6D75BD}"/>
          </ac:spMkLst>
        </pc:spChg>
        <pc:spChg chg="del">
          <ac:chgData name="정민성" userId="21e476b9-b39c-4fd0-afba-2b695dacaa98" providerId="ADAL" clId="{0B73621A-13ED-4952-9D56-124A1CF350C9}" dt="2025-03-25T10:27:26.353" v="2357" actId="478"/>
          <ac:spMkLst>
            <pc:docMk/>
            <pc:sldMk cId="11996634" sldId="299"/>
            <ac:spMk id="12" creationId="{77F022B5-4958-2552-E078-42713F77DB05}"/>
          </ac:spMkLst>
        </pc:spChg>
        <pc:spChg chg="del">
          <ac:chgData name="정민성" userId="21e476b9-b39c-4fd0-afba-2b695dacaa98" providerId="ADAL" clId="{0B73621A-13ED-4952-9D56-124A1CF350C9}" dt="2025-03-25T10:27:26.933" v="2358" actId="478"/>
          <ac:spMkLst>
            <pc:docMk/>
            <pc:sldMk cId="11996634" sldId="299"/>
            <ac:spMk id="13" creationId="{0AFF8F43-FA68-0A07-5936-75ADB3C6C3B0}"/>
          </ac:spMkLst>
        </pc:spChg>
        <pc:spChg chg="add mod">
          <ac:chgData name="정민성" userId="21e476b9-b39c-4fd0-afba-2b695dacaa98" providerId="ADAL" clId="{0B73621A-13ED-4952-9D56-124A1CF350C9}" dt="2025-03-25T10:43:03.154" v="2646" actId="1076"/>
          <ac:spMkLst>
            <pc:docMk/>
            <pc:sldMk cId="11996634" sldId="299"/>
            <ac:spMk id="14" creationId="{0DF78903-A935-CB4E-89D8-7FC260EB897D}"/>
          </ac:spMkLst>
        </pc:spChg>
        <pc:spChg chg="del">
          <ac:chgData name="정민성" userId="21e476b9-b39c-4fd0-afba-2b695dacaa98" providerId="ADAL" clId="{0B73621A-13ED-4952-9D56-124A1CF350C9}" dt="2025-03-25T10:27:20.257" v="2350" actId="478"/>
          <ac:spMkLst>
            <pc:docMk/>
            <pc:sldMk cId="11996634" sldId="299"/>
            <ac:spMk id="15" creationId="{58DD6599-5724-897C-BE8E-19E4DA2B7729}"/>
          </ac:spMkLst>
        </pc:spChg>
        <pc:spChg chg="del">
          <ac:chgData name="정민성" userId="21e476b9-b39c-4fd0-afba-2b695dacaa98" providerId="ADAL" clId="{0B73621A-13ED-4952-9D56-124A1CF350C9}" dt="2025-03-25T10:27:27.884" v="2359" actId="478"/>
          <ac:spMkLst>
            <pc:docMk/>
            <pc:sldMk cId="11996634" sldId="299"/>
            <ac:spMk id="16" creationId="{3FF5C793-8EF3-010C-1124-C3F552B252FA}"/>
          </ac:spMkLst>
        </pc:spChg>
        <pc:spChg chg="add mod">
          <ac:chgData name="정민성" userId="21e476b9-b39c-4fd0-afba-2b695dacaa98" providerId="ADAL" clId="{0B73621A-13ED-4952-9D56-124A1CF350C9}" dt="2025-03-25T11:28:38.638" v="4239" actId="20577"/>
          <ac:spMkLst>
            <pc:docMk/>
            <pc:sldMk cId="11996634" sldId="299"/>
            <ac:spMk id="17" creationId="{2081EB59-D089-BC9D-1A71-21F7B22F4446}"/>
          </ac:spMkLst>
        </pc:spChg>
        <pc:spChg chg="add mod">
          <ac:chgData name="정민성" userId="21e476b9-b39c-4fd0-afba-2b695dacaa98" providerId="ADAL" clId="{0B73621A-13ED-4952-9D56-124A1CF350C9}" dt="2025-03-25T11:28:21.896" v="4231" actId="1076"/>
          <ac:spMkLst>
            <pc:docMk/>
            <pc:sldMk cId="11996634" sldId="299"/>
            <ac:spMk id="18" creationId="{8F26BDF9-90A2-19D2-F1A6-8A37EBAB8975}"/>
          </ac:spMkLst>
        </pc:spChg>
        <pc:spChg chg="mod topLvl">
          <ac:chgData name="정민성" userId="21e476b9-b39c-4fd0-afba-2b695dacaa98" providerId="ADAL" clId="{0B73621A-13ED-4952-9D56-124A1CF350C9}" dt="2025-03-25T10:34:14.961" v="2426" actId="1076"/>
          <ac:spMkLst>
            <pc:docMk/>
            <pc:sldMk cId="11996634" sldId="299"/>
            <ac:spMk id="23" creationId="{76837261-96D3-4D9E-67EC-4C3800FAD2C6}"/>
          </ac:spMkLst>
        </pc:spChg>
        <pc:spChg chg="del">
          <ac:chgData name="정민성" userId="21e476b9-b39c-4fd0-afba-2b695dacaa98" providerId="ADAL" clId="{0B73621A-13ED-4952-9D56-124A1CF350C9}" dt="2025-03-25T10:27:22.442" v="2352" actId="478"/>
          <ac:spMkLst>
            <pc:docMk/>
            <pc:sldMk cId="11996634" sldId="299"/>
            <ac:spMk id="24" creationId="{EBA57635-D22C-9D1B-A41E-8753984B2E50}"/>
          </ac:spMkLst>
        </pc:spChg>
        <pc:spChg chg="add mod">
          <ac:chgData name="정민성" userId="21e476b9-b39c-4fd0-afba-2b695dacaa98" providerId="ADAL" clId="{0B73621A-13ED-4952-9D56-124A1CF350C9}" dt="2025-03-25T11:30:11.033" v="4274" actId="20577"/>
          <ac:spMkLst>
            <pc:docMk/>
            <pc:sldMk cId="11996634" sldId="299"/>
            <ac:spMk id="26" creationId="{1EFF349A-E653-7FB4-3864-97E8463B5E97}"/>
          </ac:spMkLst>
        </pc:spChg>
        <pc:spChg chg="del">
          <ac:chgData name="정민성" userId="21e476b9-b39c-4fd0-afba-2b695dacaa98" providerId="ADAL" clId="{0B73621A-13ED-4952-9D56-124A1CF350C9}" dt="2025-03-25T10:27:24.297" v="2354" actId="478"/>
          <ac:spMkLst>
            <pc:docMk/>
            <pc:sldMk cId="11996634" sldId="299"/>
            <ac:spMk id="27" creationId="{4AD4E972-091E-CB70-76D4-09A111D690D2}"/>
          </ac:spMkLst>
        </pc:spChg>
        <pc:spChg chg="del">
          <ac:chgData name="정민성" userId="21e476b9-b39c-4fd0-afba-2b695dacaa98" providerId="ADAL" clId="{0B73621A-13ED-4952-9D56-124A1CF350C9}" dt="2025-03-25T10:27:31.476" v="2360" actId="478"/>
          <ac:spMkLst>
            <pc:docMk/>
            <pc:sldMk cId="11996634" sldId="299"/>
            <ac:spMk id="28" creationId="{5219F609-2B1E-9754-AE55-F73BA69EB628}"/>
          </ac:spMkLst>
        </pc:spChg>
        <pc:spChg chg="del">
          <ac:chgData name="정민성" userId="21e476b9-b39c-4fd0-afba-2b695dacaa98" providerId="ADAL" clId="{0B73621A-13ED-4952-9D56-124A1CF350C9}" dt="2025-03-25T10:27:23.040" v="2353" actId="478"/>
          <ac:spMkLst>
            <pc:docMk/>
            <pc:sldMk cId="11996634" sldId="299"/>
            <ac:spMk id="32" creationId="{ED2C83D6-CDE0-6489-7FDD-222518704EE0}"/>
          </ac:spMkLst>
        </pc:spChg>
        <pc:spChg chg="del">
          <ac:chgData name="정민성" userId="21e476b9-b39c-4fd0-afba-2b695dacaa98" providerId="ADAL" clId="{0B73621A-13ED-4952-9D56-124A1CF350C9}" dt="2025-03-25T10:27:32.079" v="2361" actId="478"/>
          <ac:spMkLst>
            <pc:docMk/>
            <pc:sldMk cId="11996634" sldId="299"/>
            <ac:spMk id="33" creationId="{EABA48E8-1E08-2D1F-3302-EE3343CAE85C}"/>
          </ac:spMkLst>
        </pc:spChg>
        <pc:grpChg chg="del mod">
          <ac:chgData name="정민성" userId="21e476b9-b39c-4fd0-afba-2b695dacaa98" providerId="ADAL" clId="{0B73621A-13ED-4952-9D56-124A1CF350C9}" dt="2025-03-25T10:34:10.793" v="2424" actId="165"/>
          <ac:grpSpMkLst>
            <pc:docMk/>
            <pc:sldMk cId="11996634" sldId="299"/>
            <ac:grpSpMk id="36" creationId="{A634CFAA-E67D-ABD5-C34D-BF50D73F5FB4}"/>
          </ac:grpSpMkLst>
        </pc:grpChg>
        <pc:grpChg chg="del">
          <ac:chgData name="정민성" userId="21e476b9-b39c-4fd0-afba-2b695dacaa98" providerId="ADAL" clId="{0B73621A-13ED-4952-9D56-124A1CF350C9}" dt="2025-03-25T10:27:19.484" v="2349" actId="478"/>
          <ac:grpSpMkLst>
            <pc:docMk/>
            <pc:sldMk cId="11996634" sldId="299"/>
            <ac:grpSpMk id="37" creationId="{31D2EB8F-EB02-587E-9321-D3E57EFE118D}"/>
          </ac:grpSpMkLst>
        </pc:grpChg>
        <pc:picChg chg="add mod">
          <ac:chgData name="정민성" userId="21e476b9-b39c-4fd0-afba-2b695dacaa98" providerId="ADAL" clId="{0B73621A-13ED-4952-9D56-124A1CF350C9}" dt="2025-03-25T10:44:12.408" v="2773" actId="1076"/>
          <ac:picMkLst>
            <pc:docMk/>
            <pc:sldMk cId="11996634" sldId="299"/>
            <ac:picMk id="5" creationId="{3585775B-DF2A-720C-E161-CFA54B5E2506}"/>
          </ac:picMkLst>
        </pc:picChg>
        <pc:picChg chg="del">
          <ac:chgData name="정민성" userId="21e476b9-b39c-4fd0-afba-2b695dacaa98" providerId="ADAL" clId="{0B73621A-13ED-4952-9D56-124A1CF350C9}" dt="2025-03-25T10:27:21.021" v="2351" actId="478"/>
          <ac:picMkLst>
            <pc:docMk/>
            <pc:sldMk cId="11996634" sldId="299"/>
            <ac:picMk id="7" creationId="{5867EF7F-1E27-5A6C-E8FF-542B40D2A6D3}"/>
          </ac:picMkLst>
        </pc:picChg>
        <pc:picChg chg="add mod">
          <ac:chgData name="정민성" userId="21e476b9-b39c-4fd0-afba-2b695dacaa98" providerId="ADAL" clId="{0B73621A-13ED-4952-9D56-124A1CF350C9}" dt="2025-03-25T10:44:08.524" v="2771" actId="1076"/>
          <ac:picMkLst>
            <pc:docMk/>
            <pc:sldMk cId="11996634" sldId="299"/>
            <ac:picMk id="10" creationId="{33C98EB7-6644-5FB2-517F-C5679AF878F4}"/>
          </ac:picMkLst>
        </pc:picChg>
      </pc:sldChg>
      <pc:sldChg chg="addSp delSp modSp add mod ord setBg modNotesTx">
        <pc:chgData name="정민성" userId="21e476b9-b39c-4fd0-afba-2b695dacaa98" providerId="ADAL" clId="{0B73621A-13ED-4952-9D56-124A1CF350C9}" dt="2025-03-26T08:47:36.339" v="11402" actId="20577"/>
        <pc:sldMkLst>
          <pc:docMk/>
          <pc:sldMk cId="785734181" sldId="300"/>
        </pc:sldMkLst>
        <pc:spChg chg="mod">
          <ac:chgData name="정민성" userId="21e476b9-b39c-4fd0-afba-2b695dacaa98" providerId="ADAL" clId="{0B73621A-13ED-4952-9D56-124A1CF350C9}" dt="2025-03-25T10:54:12.967" v="3602" actId="20577"/>
          <ac:spMkLst>
            <pc:docMk/>
            <pc:sldMk cId="785734181" sldId="300"/>
            <ac:spMk id="3" creationId="{F33C5A22-42AF-0336-FA6B-11C600A315E8}"/>
          </ac:spMkLst>
        </pc:spChg>
        <pc:spChg chg="add mod">
          <ac:chgData name="정민성" userId="21e476b9-b39c-4fd0-afba-2b695dacaa98" providerId="ADAL" clId="{0B73621A-13ED-4952-9D56-124A1CF350C9}" dt="2025-03-26T08:43:01.418" v="11035" actId="14100"/>
          <ac:spMkLst>
            <pc:docMk/>
            <pc:sldMk cId="785734181" sldId="300"/>
            <ac:spMk id="4" creationId="{3C1000BD-BAAA-3A17-79E8-2FB4DC00F449}"/>
          </ac:spMkLst>
        </pc:spChg>
        <pc:spChg chg="del topLvl">
          <ac:chgData name="정민성" userId="21e476b9-b39c-4fd0-afba-2b695dacaa98" providerId="ADAL" clId="{0B73621A-13ED-4952-9D56-124A1CF350C9}" dt="2025-03-25T10:55:11.470" v="3628" actId="478"/>
          <ac:spMkLst>
            <pc:docMk/>
            <pc:sldMk cId="785734181" sldId="300"/>
            <ac:spMk id="6" creationId="{B8CBA7AA-7C82-F882-8473-E3D5FB10E5FE}"/>
          </ac:spMkLst>
        </pc:spChg>
        <pc:spChg chg="del">
          <ac:chgData name="정민성" userId="21e476b9-b39c-4fd0-afba-2b695dacaa98" providerId="ADAL" clId="{0B73621A-13ED-4952-9D56-124A1CF350C9}" dt="2025-03-25T10:54:56.094" v="3617" actId="478"/>
          <ac:spMkLst>
            <pc:docMk/>
            <pc:sldMk cId="785734181" sldId="300"/>
            <ac:spMk id="8" creationId="{27A48D6A-477A-E540-2165-99518A422506}"/>
          </ac:spMkLst>
        </pc:spChg>
        <pc:spChg chg="add del mod">
          <ac:chgData name="정민성" userId="21e476b9-b39c-4fd0-afba-2b695dacaa98" providerId="ADAL" clId="{0B73621A-13ED-4952-9D56-124A1CF350C9}" dt="2025-03-25T10:57:11.412" v="3641"/>
          <ac:spMkLst>
            <pc:docMk/>
            <pc:sldMk cId="785734181" sldId="300"/>
            <ac:spMk id="9" creationId="{38F06A27-D197-3733-29C0-0947D82525C7}"/>
          </ac:spMkLst>
        </pc:spChg>
        <pc:spChg chg="del">
          <ac:chgData name="정민성" userId="21e476b9-b39c-4fd0-afba-2b695dacaa98" providerId="ADAL" clId="{0B73621A-13ED-4952-9D56-124A1CF350C9}" dt="2025-03-25T10:54:55.580" v="3616" actId="478"/>
          <ac:spMkLst>
            <pc:docMk/>
            <pc:sldMk cId="785734181" sldId="300"/>
            <ac:spMk id="11" creationId="{B5F9D3BE-9B71-BD01-DC08-C52234AC4276}"/>
          </ac:spMkLst>
        </pc:spChg>
        <pc:spChg chg="del">
          <ac:chgData name="정민성" userId="21e476b9-b39c-4fd0-afba-2b695dacaa98" providerId="ADAL" clId="{0B73621A-13ED-4952-9D56-124A1CF350C9}" dt="2025-03-25T10:54:54.802" v="3615" actId="478"/>
          <ac:spMkLst>
            <pc:docMk/>
            <pc:sldMk cId="785734181" sldId="300"/>
            <ac:spMk id="12" creationId="{641BA6D0-DC7E-9511-F523-6184E9111433}"/>
          </ac:spMkLst>
        </pc:spChg>
        <pc:spChg chg="mod ord">
          <ac:chgData name="정민성" userId="21e476b9-b39c-4fd0-afba-2b695dacaa98" providerId="ADAL" clId="{0B73621A-13ED-4952-9D56-124A1CF350C9}" dt="2025-03-25T11:27:43.814" v="4225" actId="1076"/>
          <ac:spMkLst>
            <pc:docMk/>
            <pc:sldMk cId="785734181" sldId="300"/>
            <ac:spMk id="13" creationId="{F881B8EE-0AE2-9EA4-622A-7DD46A3B9F5C}"/>
          </ac:spMkLst>
        </pc:spChg>
        <pc:spChg chg="mod">
          <ac:chgData name="정민성" userId="21e476b9-b39c-4fd0-afba-2b695dacaa98" providerId="ADAL" clId="{0B73621A-13ED-4952-9D56-124A1CF350C9}" dt="2025-03-25T11:27:48.069" v="4226" actId="1076"/>
          <ac:spMkLst>
            <pc:docMk/>
            <pc:sldMk cId="785734181" sldId="300"/>
            <ac:spMk id="14" creationId="{C52F52A8-62B1-E7BE-2EC3-C27493AC4DA2}"/>
          </ac:spMkLst>
        </pc:spChg>
        <pc:spChg chg="del mod">
          <ac:chgData name="정민성" userId="21e476b9-b39c-4fd0-afba-2b695dacaa98" providerId="ADAL" clId="{0B73621A-13ED-4952-9D56-124A1CF350C9}" dt="2025-03-25T10:55:07.355" v="3624" actId="478"/>
          <ac:spMkLst>
            <pc:docMk/>
            <pc:sldMk cId="785734181" sldId="300"/>
            <ac:spMk id="15" creationId="{3B033C8A-D259-EA6C-CADF-66B105790E95}"/>
          </ac:spMkLst>
        </pc:spChg>
        <pc:spChg chg="del">
          <ac:chgData name="정민성" userId="21e476b9-b39c-4fd0-afba-2b695dacaa98" providerId="ADAL" clId="{0B73621A-13ED-4952-9D56-124A1CF350C9}" dt="2025-03-25T10:55:27.272" v="3634" actId="478"/>
          <ac:spMkLst>
            <pc:docMk/>
            <pc:sldMk cId="785734181" sldId="300"/>
            <ac:spMk id="16" creationId="{6A81822E-7CF1-20A5-9CF8-03B6064AC4F2}"/>
          </ac:spMkLst>
        </pc:spChg>
        <pc:spChg chg="mod">
          <ac:chgData name="정민성" userId="21e476b9-b39c-4fd0-afba-2b695dacaa98" providerId="ADAL" clId="{0B73621A-13ED-4952-9D56-124A1CF350C9}" dt="2025-03-25T11:27:57.613" v="4228" actId="1076"/>
          <ac:spMkLst>
            <pc:docMk/>
            <pc:sldMk cId="785734181" sldId="300"/>
            <ac:spMk id="17" creationId="{C2293A55-9CDE-8564-C0BD-0F209CDE5742}"/>
          </ac:spMkLst>
        </pc:spChg>
        <pc:spChg chg="del topLvl">
          <ac:chgData name="정민성" userId="21e476b9-b39c-4fd0-afba-2b695dacaa98" providerId="ADAL" clId="{0B73621A-13ED-4952-9D56-124A1CF350C9}" dt="2025-03-25T10:55:05.466" v="3621" actId="478"/>
          <ac:spMkLst>
            <pc:docMk/>
            <pc:sldMk cId="785734181" sldId="300"/>
            <ac:spMk id="22" creationId="{5F27EFE2-D5F8-653B-6B04-F1A4869087A7}"/>
          </ac:spMkLst>
        </pc:spChg>
        <pc:spChg chg="del topLvl">
          <ac:chgData name="정민성" userId="21e476b9-b39c-4fd0-afba-2b695dacaa98" providerId="ADAL" clId="{0B73621A-13ED-4952-9D56-124A1CF350C9}" dt="2025-03-25T10:55:12.361" v="3629" actId="478"/>
          <ac:spMkLst>
            <pc:docMk/>
            <pc:sldMk cId="785734181" sldId="300"/>
            <ac:spMk id="23" creationId="{543247C2-1309-0E7C-E313-B5FA6D79E9A3}"/>
          </ac:spMkLst>
        </pc:spChg>
        <pc:spChg chg="del">
          <ac:chgData name="정민성" userId="21e476b9-b39c-4fd0-afba-2b695dacaa98" providerId="ADAL" clId="{0B73621A-13ED-4952-9D56-124A1CF350C9}" dt="2025-03-25T10:55:08.590" v="3626" actId="478"/>
          <ac:spMkLst>
            <pc:docMk/>
            <pc:sldMk cId="785734181" sldId="300"/>
            <ac:spMk id="24" creationId="{0876E8D3-7DC6-1D26-A90E-F41B44A96B10}"/>
          </ac:spMkLst>
        </pc:spChg>
        <pc:spChg chg="del topLvl">
          <ac:chgData name="정민성" userId="21e476b9-b39c-4fd0-afba-2b695dacaa98" providerId="ADAL" clId="{0B73621A-13ED-4952-9D56-124A1CF350C9}" dt="2025-03-25T10:55:07.974" v="3625" actId="478"/>
          <ac:spMkLst>
            <pc:docMk/>
            <pc:sldMk cId="785734181" sldId="300"/>
            <ac:spMk id="25" creationId="{876B8FBF-F8A0-949B-C057-050F160397D0}"/>
          </ac:spMkLst>
        </pc:spChg>
        <pc:spChg chg="del">
          <ac:chgData name="정민성" userId="21e476b9-b39c-4fd0-afba-2b695dacaa98" providerId="ADAL" clId="{0B73621A-13ED-4952-9D56-124A1CF350C9}" dt="2025-03-25T10:55:02.271" v="3619" actId="478"/>
          <ac:spMkLst>
            <pc:docMk/>
            <pc:sldMk cId="785734181" sldId="300"/>
            <ac:spMk id="27" creationId="{4E7E88F5-09A9-5A87-225C-350A74ED86EA}"/>
          </ac:spMkLst>
        </pc:spChg>
        <pc:spChg chg="del">
          <ac:chgData name="정민성" userId="21e476b9-b39c-4fd0-afba-2b695dacaa98" providerId="ADAL" clId="{0B73621A-13ED-4952-9D56-124A1CF350C9}" dt="2025-03-25T10:55:33.659" v="3636" actId="478"/>
          <ac:spMkLst>
            <pc:docMk/>
            <pc:sldMk cId="785734181" sldId="300"/>
            <ac:spMk id="28" creationId="{6A517163-4A58-B0D4-701A-73DB5DE6EB04}"/>
          </ac:spMkLst>
        </pc:spChg>
        <pc:spChg chg="del">
          <ac:chgData name="정민성" userId="21e476b9-b39c-4fd0-afba-2b695dacaa98" providerId="ADAL" clId="{0B73621A-13ED-4952-9D56-124A1CF350C9}" dt="2025-03-25T10:55:00.683" v="3618" actId="478"/>
          <ac:spMkLst>
            <pc:docMk/>
            <pc:sldMk cId="785734181" sldId="300"/>
            <ac:spMk id="32" creationId="{2DF07482-AA39-1BF0-D7D0-949661705B17}"/>
          </ac:spMkLst>
        </pc:spChg>
        <pc:spChg chg="del">
          <ac:chgData name="정민성" userId="21e476b9-b39c-4fd0-afba-2b695dacaa98" providerId="ADAL" clId="{0B73621A-13ED-4952-9D56-124A1CF350C9}" dt="2025-03-25T10:55:28.782" v="3635" actId="478"/>
          <ac:spMkLst>
            <pc:docMk/>
            <pc:sldMk cId="785734181" sldId="300"/>
            <ac:spMk id="33" creationId="{C49F8EE9-D4A8-5068-8274-377B989124A1}"/>
          </ac:spMkLst>
        </pc:spChg>
        <pc:grpChg chg="add mod">
          <ac:chgData name="정민성" userId="21e476b9-b39c-4fd0-afba-2b695dacaa98" providerId="ADAL" clId="{0B73621A-13ED-4952-9D56-124A1CF350C9}" dt="2025-03-25T11:28:03.326" v="4229" actId="1076"/>
          <ac:grpSpMkLst>
            <pc:docMk/>
            <pc:sldMk cId="785734181" sldId="300"/>
            <ac:grpSpMk id="10" creationId="{A5D1D925-18B4-B267-76F2-E9263B3E85F6}"/>
          </ac:grpSpMkLst>
        </pc:grpChg>
        <pc:grpChg chg="del">
          <ac:chgData name="정민성" userId="21e476b9-b39c-4fd0-afba-2b695dacaa98" providerId="ADAL" clId="{0B73621A-13ED-4952-9D56-124A1CF350C9}" dt="2025-03-25T10:55:11.470" v="3628" actId="478"/>
          <ac:grpSpMkLst>
            <pc:docMk/>
            <pc:sldMk cId="785734181" sldId="300"/>
            <ac:grpSpMk id="36" creationId="{9F808E23-D08B-6056-D35C-F6E63E49E1DF}"/>
          </ac:grpSpMkLst>
        </pc:grpChg>
        <pc:grpChg chg="del">
          <ac:chgData name="정민성" userId="21e476b9-b39c-4fd0-afba-2b695dacaa98" providerId="ADAL" clId="{0B73621A-13ED-4952-9D56-124A1CF350C9}" dt="2025-03-25T10:55:05.466" v="3621" actId="478"/>
          <ac:grpSpMkLst>
            <pc:docMk/>
            <pc:sldMk cId="785734181" sldId="300"/>
            <ac:grpSpMk id="37" creationId="{F42E9676-83A7-59D5-400A-1CA735F91E05}"/>
          </ac:grpSpMkLst>
        </pc:grpChg>
        <pc:picChg chg="add mod">
          <ac:chgData name="정민성" userId="21e476b9-b39c-4fd0-afba-2b695dacaa98" providerId="ADAL" clId="{0B73621A-13ED-4952-9D56-124A1CF350C9}" dt="2025-03-25T11:27:37.886" v="4224" actId="1076"/>
          <ac:picMkLst>
            <pc:docMk/>
            <pc:sldMk cId="785734181" sldId="300"/>
            <ac:picMk id="5" creationId="{BD183C1A-EA63-C2A9-1388-C2B4006CD4C2}"/>
          </ac:picMkLst>
        </pc:picChg>
        <pc:picChg chg="del">
          <ac:chgData name="정민성" userId="21e476b9-b39c-4fd0-afba-2b695dacaa98" providerId="ADAL" clId="{0B73621A-13ED-4952-9D56-124A1CF350C9}" dt="2025-03-25T10:54:15.553" v="3603" actId="478"/>
          <ac:picMkLst>
            <pc:docMk/>
            <pc:sldMk cId="785734181" sldId="300"/>
            <ac:picMk id="7" creationId="{C374FC97-75D4-5444-52B1-2B004F6D0CA5}"/>
          </ac:picMkLst>
        </pc:picChg>
        <pc:picChg chg="add mod">
          <ac:chgData name="정민성" userId="21e476b9-b39c-4fd0-afba-2b695dacaa98" providerId="ADAL" clId="{0B73621A-13ED-4952-9D56-124A1CF350C9}" dt="2025-03-25T11:27:35.574" v="4223" actId="1076"/>
          <ac:picMkLst>
            <pc:docMk/>
            <pc:sldMk cId="785734181" sldId="300"/>
            <ac:picMk id="26" creationId="{B72D1AE6-40EF-0CC1-7B1A-894E79063B4D}"/>
          </ac:picMkLst>
        </pc:picChg>
      </pc:sldChg>
      <pc:sldChg chg="modNotesTx">
        <pc:chgData name="정민성" userId="21e476b9-b39c-4fd0-afba-2b695dacaa98" providerId="ADAL" clId="{0B73621A-13ED-4952-9D56-124A1CF350C9}" dt="2025-03-26T08:59:04.427" v="11434" actId="20577"/>
        <pc:sldMkLst>
          <pc:docMk/>
          <pc:sldMk cId="1017738463" sldId="301"/>
        </pc:sldMkLst>
      </pc:sldChg>
      <pc:sldChg chg="new del">
        <pc:chgData name="정민성" userId="21e476b9-b39c-4fd0-afba-2b695dacaa98" providerId="ADAL" clId="{0B73621A-13ED-4952-9D56-124A1CF350C9}" dt="2025-03-26T07:06:40.105" v="4333" actId="47"/>
        <pc:sldMkLst>
          <pc:docMk/>
          <pc:sldMk cId="2080075027" sldId="302"/>
        </pc:sldMkLst>
      </pc:sldChg>
      <pc:sldChg chg="add setBg">
        <pc:chgData name="정민성" userId="21e476b9-b39c-4fd0-afba-2b695dacaa98" providerId="ADAL" clId="{0B73621A-13ED-4952-9D56-124A1CF350C9}" dt="2025-03-25T11:17:51.709" v="3984"/>
        <pc:sldMkLst>
          <pc:docMk/>
          <pc:sldMk cId="4263731029" sldId="302"/>
        </pc:sldMkLst>
      </pc:sldChg>
      <pc:sldChg chg="modNotesTx">
        <pc:chgData name="정민성" userId="21e476b9-b39c-4fd0-afba-2b695dacaa98" providerId="ADAL" clId="{0B73621A-13ED-4952-9D56-124A1CF350C9}" dt="2025-03-26T11:47:17.077" v="11597" actId="20577"/>
        <pc:sldMkLst>
          <pc:docMk/>
          <pc:sldMk cId="3404767714" sldId="304"/>
        </pc:sldMkLst>
      </pc:sldChg>
      <pc:sldChg chg="addSp delSp modSp add mod modNotesTx">
        <pc:chgData name="정민성" userId="21e476b9-b39c-4fd0-afba-2b695dacaa98" providerId="ADAL" clId="{0B73621A-13ED-4952-9D56-124A1CF350C9}" dt="2025-03-26T11:46:53.514" v="11523" actId="20577"/>
        <pc:sldMkLst>
          <pc:docMk/>
          <pc:sldMk cId="3228357781" sldId="305"/>
        </pc:sldMkLst>
        <pc:spChg chg="mod">
          <ac:chgData name="정민성" userId="21e476b9-b39c-4fd0-afba-2b695dacaa98" providerId="ADAL" clId="{0B73621A-13ED-4952-9D56-124A1CF350C9}" dt="2025-03-26T09:29:15.326" v="11522"/>
          <ac:spMkLst>
            <pc:docMk/>
            <pc:sldMk cId="3228357781" sldId="305"/>
            <ac:spMk id="3" creationId="{9BBC854B-43C0-F9E8-F414-B57EB69C5F8B}"/>
          </ac:spMkLst>
        </pc:spChg>
        <pc:picChg chg="add mod">
          <ac:chgData name="정민성" userId="21e476b9-b39c-4fd0-afba-2b695dacaa98" providerId="ADAL" clId="{0B73621A-13ED-4952-9D56-124A1CF350C9}" dt="2025-03-26T09:29:03.545" v="11512" actId="1076"/>
          <ac:picMkLst>
            <pc:docMk/>
            <pc:sldMk cId="3228357781" sldId="305"/>
            <ac:picMk id="5" creationId="{4527213D-FA2E-FC52-09FD-5DF1A1E719C4}"/>
          </ac:picMkLst>
        </pc:picChg>
        <pc:picChg chg="del">
          <ac:chgData name="정민성" userId="21e476b9-b39c-4fd0-afba-2b695dacaa98" providerId="ADAL" clId="{0B73621A-13ED-4952-9D56-124A1CF350C9}" dt="2025-03-26T09:27:40.181" v="11500" actId="478"/>
          <ac:picMkLst>
            <pc:docMk/>
            <pc:sldMk cId="3228357781" sldId="305"/>
            <ac:picMk id="6" creationId="{4922A162-99A9-1FB2-9428-B52B828ECABD}"/>
          </ac:picMkLst>
        </pc:picChg>
        <pc:picChg chg="del">
          <ac:chgData name="정민성" userId="21e476b9-b39c-4fd0-afba-2b695dacaa98" providerId="ADAL" clId="{0B73621A-13ED-4952-9D56-124A1CF350C9}" dt="2025-03-26T09:27:41.078" v="11501" actId="478"/>
          <ac:picMkLst>
            <pc:docMk/>
            <pc:sldMk cId="3228357781" sldId="305"/>
            <ac:picMk id="8" creationId="{21368B81-BD39-2656-DC0B-346D37EC941D}"/>
          </ac:picMkLst>
        </pc:picChg>
        <pc:picChg chg="add mod">
          <ac:chgData name="정민성" userId="21e476b9-b39c-4fd0-afba-2b695dacaa98" providerId="ADAL" clId="{0B73621A-13ED-4952-9D56-124A1CF350C9}" dt="2025-03-26T09:29:04.917" v="11513" actId="1076"/>
          <ac:picMkLst>
            <pc:docMk/>
            <pc:sldMk cId="3228357781" sldId="305"/>
            <ac:picMk id="9" creationId="{42ECD857-D877-9F73-F41B-015E993B5285}"/>
          </ac:picMkLst>
        </pc:picChg>
        <pc:picChg chg="del">
          <ac:chgData name="정민성" userId="21e476b9-b39c-4fd0-afba-2b695dacaa98" providerId="ADAL" clId="{0B73621A-13ED-4952-9D56-124A1CF350C9}" dt="2025-03-26T09:27:41.810" v="11502" actId="478"/>
          <ac:picMkLst>
            <pc:docMk/>
            <pc:sldMk cId="3228357781" sldId="305"/>
            <ac:picMk id="11" creationId="{CD924F2F-D6CF-2721-BAC1-EED8FB1F7166}"/>
          </ac:picMkLst>
        </pc:picChg>
        <pc:picChg chg="del">
          <ac:chgData name="정민성" userId="21e476b9-b39c-4fd0-afba-2b695dacaa98" providerId="ADAL" clId="{0B73621A-13ED-4952-9D56-124A1CF350C9}" dt="2025-03-26T09:27:43.006" v="11503" actId="478"/>
          <ac:picMkLst>
            <pc:docMk/>
            <pc:sldMk cId="3228357781" sldId="305"/>
            <ac:picMk id="15" creationId="{E5E893C0-8F30-2646-AC14-3EB2E16FA2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728D2-346F-A34D-B7AE-5DF235F2352A}" type="datetimeFigureOut">
              <a:rPr kumimoji="1" lang="ko-KR" altLang="en-US" smtClean="0"/>
              <a:t>2025-03-27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BA058-FBB0-D745-8307-3C1658B4759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146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세미나 논문 리뷰 시작하겠습니다</a:t>
            </a:r>
            <a:r>
              <a:rPr kumimoji="1" lang="en-US" altLang="ko-KR"/>
              <a:t>. </a:t>
            </a:r>
            <a:r>
              <a:rPr kumimoji="1" lang="ko-KR" altLang="en-US"/>
              <a:t>이번 논문은 </a:t>
            </a:r>
            <a:r>
              <a:rPr kumimoji="1" lang="en-US" altLang="ko-KR"/>
              <a:t>2018</a:t>
            </a:r>
            <a:r>
              <a:rPr kumimoji="1" lang="ko-KR" altLang="en-US"/>
              <a:t>년에 </a:t>
            </a:r>
            <a:r>
              <a:rPr kumimoji="1" lang="en-US" altLang="ko-KR"/>
              <a:t>KDD</a:t>
            </a:r>
            <a:r>
              <a:rPr kumimoji="1" lang="ko-KR" altLang="en-US"/>
              <a:t>에서 발표된 </a:t>
            </a:r>
            <a:r>
              <a:rPr kumimoji="1" lang="en-US" altLang="ko-KR"/>
              <a:t>LSTM</a:t>
            </a:r>
            <a:r>
              <a:rPr kumimoji="1" lang="ko-KR" altLang="en-US"/>
              <a:t>과 </a:t>
            </a:r>
            <a:r>
              <a:rPr kumimoji="1" lang="en-US" altLang="ko-KR"/>
              <a:t>‘</a:t>
            </a:r>
            <a:r>
              <a:rPr kumimoji="1" lang="ko-KR" altLang="en-US" err="1"/>
              <a:t>비모수적</a:t>
            </a:r>
            <a:r>
              <a:rPr kumimoji="1" lang="ko-KR" altLang="en-US"/>
              <a:t> 동적 </a:t>
            </a:r>
            <a:r>
              <a:rPr kumimoji="1" lang="ko-KR" altLang="en-US" err="1"/>
              <a:t>임계값을</a:t>
            </a:r>
            <a:r>
              <a:rPr kumimoji="1" lang="ko-KR" altLang="en-US"/>
              <a:t> 이용한 우주선 이상 징후 탐지</a:t>
            </a:r>
            <a:r>
              <a:rPr kumimoji="1" lang="en-US" altLang="ko-KR"/>
              <a:t>’</a:t>
            </a:r>
            <a:r>
              <a:rPr kumimoji="1" lang="ko-KR" altLang="en-US"/>
              <a:t> 라는 논문입니다</a:t>
            </a:r>
            <a:r>
              <a:rPr kumimoji="1" lang="en-US" altLang="ko-KR"/>
              <a:t>.</a:t>
            </a:r>
          </a:p>
          <a:p>
            <a:endParaRPr kumimoji="1" lang="en-US" altLang="ko-KR"/>
          </a:p>
          <a:p>
            <a:endParaRPr kumimoji="1" lang="en-US" altLang="ko-KR"/>
          </a:p>
          <a:p>
            <a:r>
              <a:rPr kumimoji="1" lang="ko-KR" altLang="en-US" err="1"/>
              <a:t>비모수적</a:t>
            </a:r>
            <a:r>
              <a:rPr kumimoji="1" lang="en-US" altLang="ko-KR"/>
              <a:t>: </a:t>
            </a:r>
            <a:r>
              <a:rPr kumimoji="1" lang="ko-KR" altLang="en-US"/>
              <a:t>기존의 </a:t>
            </a:r>
            <a:r>
              <a:rPr kumimoji="1" lang="ko-KR" altLang="en-US" err="1"/>
              <a:t>정규분포같은</a:t>
            </a:r>
            <a:r>
              <a:rPr kumimoji="1" lang="ko-KR" altLang="en-US"/>
              <a:t> 특정한 통계적 분포를 가정하지 않음</a:t>
            </a:r>
            <a:endParaRPr kumimoji="1" lang="en-US" altLang="ko-KR"/>
          </a:p>
          <a:p>
            <a:r>
              <a:rPr lang="ko-KR" altLang="en-US" sz="1200"/>
              <a:t>이 방법은 데이터의 분포에 대한 가정을 하지 않고</a:t>
            </a:r>
            <a:r>
              <a:rPr lang="en-US" altLang="ko-KR" sz="1200"/>
              <a:t>, </a:t>
            </a:r>
            <a:r>
              <a:rPr lang="ko-KR" altLang="en-US" sz="1200"/>
              <a:t>과거 오류 데이터의 통계적 특성을 활용하여 적응적으로 </a:t>
            </a:r>
            <a:r>
              <a:rPr lang="ko-KR" altLang="en-US" sz="1200" err="1"/>
              <a:t>임계값을</a:t>
            </a:r>
            <a:r>
              <a:rPr lang="ko-KR" altLang="en-US" sz="1200"/>
              <a:t> 설정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7570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발표는 </a:t>
            </a:r>
            <a:r>
              <a:rPr kumimoji="1" lang="en-US" altLang="ko-KR"/>
              <a:t>LSTM</a:t>
            </a:r>
            <a:r>
              <a:rPr kumimoji="1" lang="ko-KR" altLang="en-US"/>
              <a:t>과 모델의 활용방법 </a:t>
            </a:r>
            <a:r>
              <a:rPr kumimoji="1" lang="en-US" altLang="ko-KR"/>
              <a:t>, </a:t>
            </a:r>
            <a:r>
              <a:rPr kumimoji="1" lang="ko-KR" altLang="en-US"/>
              <a:t>이상치 탐지를 위한</a:t>
            </a:r>
            <a:r>
              <a:rPr kumimoji="1" lang="en-US" altLang="ko-KR"/>
              <a:t> </a:t>
            </a:r>
            <a:r>
              <a:rPr kumimoji="1" lang="ko-KR" altLang="en-US" err="1"/>
              <a:t>임계값을</a:t>
            </a:r>
            <a:r>
              <a:rPr kumimoji="1" lang="ko-KR" altLang="en-US"/>
              <a:t> 어떻게 정하는지</a:t>
            </a:r>
            <a:r>
              <a:rPr kumimoji="1" lang="en-US" altLang="ko-KR"/>
              <a:t>, </a:t>
            </a:r>
            <a:r>
              <a:rPr kumimoji="1" lang="ko-KR" altLang="en-US"/>
              <a:t>그리고 </a:t>
            </a:r>
            <a:r>
              <a:rPr kumimoji="1" lang="en-US" altLang="ko-KR"/>
              <a:t>False Positive </a:t>
            </a:r>
            <a:r>
              <a:rPr kumimoji="1" lang="ko-KR" altLang="en-US"/>
              <a:t>완화를 위해 이상치를 어떻게 처리하는지에 대해 설명한 뒤 실험 및 결론으로 마무리하겠습니다</a:t>
            </a:r>
            <a:r>
              <a:rPr kumimoji="1" lang="en-US" altLang="ko-KR"/>
              <a:t>. 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1176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668C-741A-1702-B81C-ECFCEDCB8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2F3153-FBE4-FCC6-628B-E0A26FE41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090433-6A27-B1BA-7186-8A2BDC767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이 논문에서 사용하는 모델인 </a:t>
            </a:r>
            <a:r>
              <a:rPr kumimoji="1" lang="en-US" altLang="ko-KR"/>
              <a:t>LSTM</a:t>
            </a:r>
            <a:r>
              <a:rPr kumimoji="1" lang="ko-KR" altLang="en-US"/>
              <a:t>은 과거 정보 중 잊을 정보를 결정하는 </a:t>
            </a:r>
            <a:r>
              <a:rPr kumimoji="1" lang="en-US" altLang="ko-KR"/>
              <a:t>Forget Gate</a:t>
            </a:r>
            <a:r>
              <a:rPr kumimoji="1" lang="ko-KR" altLang="en-US"/>
              <a:t>라는 단계를 거치고 </a:t>
            </a:r>
            <a:r>
              <a:rPr kumimoji="1" lang="en-US" altLang="ko-KR"/>
              <a:t>Cell State</a:t>
            </a:r>
            <a:r>
              <a:rPr kumimoji="1" lang="ko-KR" altLang="en-US"/>
              <a:t>라는 경로를 통해 과거 정보를 더 오랫동안 기억할 수 </a:t>
            </a:r>
            <a:r>
              <a:rPr kumimoji="1" lang="ko-KR" altLang="en-US" err="1"/>
              <a:t>있게함으로써</a:t>
            </a:r>
            <a:r>
              <a:rPr kumimoji="1" lang="ko-KR" altLang="en-US"/>
              <a:t> 기존 </a:t>
            </a:r>
            <a:r>
              <a:rPr kumimoji="1" lang="en-US" altLang="ko-KR"/>
              <a:t>RNN</a:t>
            </a:r>
            <a:r>
              <a:rPr kumimoji="1" lang="ko-KR" altLang="en-US"/>
              <a:t>의 장기 의존성 문제를 해결했습니다</a:t>
            </a:r>
            <a:r>
              <a:rPr kumimoji="1" lang="en-US" altLang="ko-KR"/>
              <a:t>. LSTM</a:t>
            </a:r>
            <a:r>
              <a:rPr kumimoji="1" lang="ko-KR" altLang="en-US"/>
              <a:t>은 이전 값들을 바탕으로 </a:t>
            </a:r>
            <a:r>
              <a:rPr kumimoji="1" lang="ko-KR" altLang="en-US" err="1"/>
              <a:t>예측값을</a:t>
            </a:r>
            <a:r>
              <a:rPr kumimoji="1" lang="ko-KR" altLang="en-US"/>
              <a:t> 생성하고</a:t>
            </a:r>
            <a:r>
              <a:rPr kumimoji="1" lang="en-US" altLang="ko-KR"/>
              <a:t>, </a:t>
            </a:r>
            <a:r>
              <a:rPr kumimoji="1" lang="ko-KR" altLang="en-US" err="1"/>
              <a:t>실제값과</a:t>
            </a:r>
            <a:r>
              <a:rPr kumimoji="1" lang="ko-KR" altLang="en-US"/>
              <a:t> </a:t>
            </a:r>
            <a:r>
              <a:rPr kumimoji="1" lang="ko-KR" altLang="en-US" err="1"/>
              <a:t>예측값의</a:t>
            </a:r>
            <a:r>
              <a:rPr kumimoji="1" lang="ko-KR" altLang="en-US"/>
              <a:t> 오차를 계산한 뒤 이를 바탕으로 </a:t>
            </a:r>
            <a:r>
              <a:rPr kumimoji="1" lang="ko-KR" altLang="en-US" err="1"/>
              <a:t>임계값을</a:t>
            </a:r>
            <a:r>
              <a:rPr kumimoji="1" lang="ko-KR" altLang="en-US"/>
              <a:t> 설정합니다</a:t>
            </a:r>
            <a:r>
              <a:rPr kumimoji="1" lang="en-US" altLang="ko-KR"/>
              <a:t>. </a:t>
            </a:r>
            <a:r>
              <a:rPr kumimoji="1" lang="ko-KR" altLang="en-US"/>
              <a:t>마지막으로 이 </a:t>
            </a:r>
            <a:r>
              <a:rPr kumimoji="1" lang="ko-KR" altLang="en-US" err="1"/>
              <a:t>임계값을</a:t>
            </a:r>
            <a:r>
              <a:rPr kumimoji="1" lang="ko-KR" altLang="en-US"/>
              <a:t> 기준으로 이상치를 판단하게 됩니다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A2502D-FE63-6B07-A494-6D323209E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30108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815B7-6A06-6863-BA9A-43D1911B0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DF4113-25A7-E6D9-0457-261FA3959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186F3E-EF09-E6B9-C6B9-A1612BF70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논문에서는 </a:t>
            </a:r>
            <a:r>
              <a:rPr kumimoji="1" lang="ko-KR" altLang="en-US" err="1"/>
              <a:t>다변량</a:t>
            </a:r>
            <a:r>
              <a:rPr kumimoji="1" lang="ko-KR" altLang="en-US"/>
              <a:t> 데이터인 </a:t>
            </a:r>
            <a:r>
              <a:rPr kumimoji="1" lang="en-US" altLang="ko-KR"/>
              <a:t>Telemetry Value</a:t>
            </a:r>
            <a:r>
              <a:rPr kumimoji="1" lang="ko-KR" altLang="en-US"/>
              <a:t>를 한 모델에 입력했을 때</a:t>
            </a:r>
            <a:r>
              <a:rPr kumimoji="1" lang="en-US" altLang="ko-KR"/>
              <a:t>, </a:t>
            </a:r>
            <a:r>
              <a:rPr kumimoji="1" lang="ko-KR" altLang="en-US"/>
              <a:t>정확도가 떨어지는 것을 방지하기 위해 한 모델에 하나의 </a:t>
            </a:r>
            <a:r>
              <a:rPr kumimoji="1" lang="en-US" altLang="ko-KR"/>
              <a:t>feature</a:t>
            </a:r>
            <a:r>
              <a:rPr kumimoji="1" lang="ko-KR" altLang="en-US"/>
              <a:t>만 적용해 세부적인 계산 및 분석이 가능하게끔 만들었습니다</a:t>
            </a:r>
            <a:r>
              <a:rPr kumimoji="1" lang="en-US" altLang="ko-KR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좌측 이미지는 </a:t>
            </a:r>
            <a:r>
              <a:rPr kumimoji="1" lang="en-US" altLang="ko-KR"/>
              <a:t>LSTM</a:t>
            </a:r>
            <a:r>
              <a:rPr kumimoji="1" lang="ko-KR" altLang="en-US"/>
              <a:t>의 예측 과정 입니다</a:t>
            </a:r>
            <a:r>
              <a:rPr kumimoji="1" lang="en-US" altLang="ko-KR"/>
              <a:t>.</a:t>
            </a:r>
            <a:r>
              <a:rPr kumimoji="1" lang="ko-KR" altLang="en-US"/>
              <a:t> 수식을 보면 시계열 데이터 </a:t>
            </a:r>
            <a:r>
              <a:rPr kumimoji="1" lang="en-US" altLang="ko-KR"/>
              <a:t>X</a:t>
            </a:r>
            <a:r>
              <a:rPr kumimoji="1" lang="ko-KR" altLang="en-US"/>
              <a:t>에서 시점 </a:t>
            </a:r>
            <a:r>
              <a:rPr kumimoji="1" lang="en-US" altLang="ko-KR"/>
              <a:t>t</a:t>
            </a:r>
            <a:r>
              <a:rPr kumimoji="1" lang="ko-KR" altLang="en-US"/>
              <a:t>에서의 </a:t>
            </a:r>
            <a:r>
              <a:rPr kumimoji="1" lang="ko-KR" altLang="en-US" err="1"/>
              <a:t>예측값</a:t>
            </a:r>
            <a:r>
              <a:rPr kumimoji="1" lang="ko-KR" altLang="en-US"/>
              <a:t> </a:t>
            </a:r>
            <a:r>
              <a:rPr kumimoji="1" lang="en-US" altLang="ko-KR"/>
              <a:t>y^(hat)</a:t>
            </a:r>
            <a:r>
              <a:rPr kumimoji="1" lang="ko-KR" altLang="en-US"/>
              <a:t>과 </a:t>
            </a:r>
            <a:r>
              <a:rPr kumimoji="1" lang="ko-KR" altLang="en-US" err="1"/>
              <a:t>실제값</a:t>
            </a:r>
            <a:r>
              <a:rPr kumimoji="1" lang="ko-KR" altLang="en-US"/>
              <a:t> </a:t>
            </a:r>
            <a:r>
              <a:rPr kumimoji="1" lang="en-US" altLang="ko-KR"/>
              <a:t>y</a:t>
            </a:r>
            <a:r>
              <a:rPr kumimoji="1" lang="ko-KR" altLang="en-US"/>
              <a:t>의 오차가 </a:t>
            </a:r>
            <a:r>
              <a:rPr kumimoji="1" lang="en-US" altLang="ko-KR"/>
              <a:t>vector e</a:t>
            </a:r>
            <a:r>
              <a:rPr kumimoji="1" lang="ko-KR" altLang="en-US"/>
              <a:t>에 최대 </a:t>
            </a:r>
            <a:r>
              <a:rPr kumimoji="1" lang="en-US" altLang="ko-KR"/>
              <a:t>h</a:t>
            </a:r>
            <a:r>
              <a:rPr kumimoji="1" lang="ko-KR" altLang="en-US"/>
              <a:t>까지 저장되게 됩니다</a:t>
            </a:r>
            <a:r>
              <a:rPr kumimoji="1" lang="en-US" altLang="ko-KR"/>
              <a:t>. </a:t>
            </a:r>
            <a:r>
              <a:rPr kumimoji="1" lang="ko-KR" altLang="en-US"/>
              <a:t>그리고 이 저장된 오차는 과거의 </a:t>
            </a:r>
            <a:r>
              <a:rPr kumimoji="1" lang="ko-KR" altLang="en-US" err="1"/>
              <a:t>오차값과</a:t>
            </a:r>
            <a:r>
              <a:rPr kumimoji="1" lang="ko-KR" altLang="en-US"/>
              <a:t> 비교를 통해 해당 데이터 포인트의 값이 </a:t>
            </a:r>
            <a:r>
              <a:rPr kumimoji="1" lang="ko-KR" altLang="en-US" err="1"/>
              <a:t>이상치인지를</a:t>
            </a:r>
            <a:r>
              <a:rPr kumimoji="1" lang="ko-KR" altLang="en-US"/>
              <a:t> 판별하는데 사용되게 됩니다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/>
              <a:t>Telemetry value: </a:t>
            </a:r>
            <a:r>
              <a:rPr kumimoji="1" lang="ko-KR" altLang="en-US"/>
              <a:t>우주선의 원격 시스템에서 측정된 값</a:t>
            </a:r>
            <a:endParaRPr kumimoji="1"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8A7840-9119-93E1-D79F-1CF7BBEFF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8062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58958-2EA7-47B4-B9A0-A0B7DD771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478E84-E4C9-B8A2-223F-C8D1DC93A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68A002-0B66-88E2-661D-416449E8A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기존의 </a:t>
            </a:r>
            <a:r>
              <a:rPr kumimoji="1" lang="en-US" altLang="ko-KR"/>
              <a:t>LSTM </a:t>
            </a:r>
            <a:r>
              <a:rPr kumimoji="1" lang="ko-KR" altLang="en-US"/>
              <a:t>모델은 </a:t>
            </a:r>
            <a:r>
              <a:rPr kumimoji="1" lang="en-US" altLang="ko-KR"/>
              <a:t>spike </a:t>
            </a:r>
            <a:r>
              <a:rPr kumimoji="1" lang="ko-KR" altLang="en-US"/>
              <a:t>값을 잘 예측하지 못하고 </a:t>
            </a:r>
            <a:r>
              <a:rPr kumimoji="1" lang="en-US" altLang="ko-KR"/>
              <a:t>vector e</a:t>
            </a:r>
            <a:r>
              <a:rPr kumimoji="1" lang="ko-KR" altLang="en-US"/>
              <a:t>를 사용할 경우</a:t>
            </a:r>
            <a:r>
              <a:rPr kumimoji="1" lang="en-US" altLang="ko-KR"/>
              <a:t>, </a:t>
            </a:r>
            <a:r>
              <a:rPr kumimoji="1" lang="ko-KR" altLang="en-US"/>
              <a:t>정상적인 </a:t>
            </a:r>
            <a:r>
              <a:rPr kumimoji="1" lang="en-US" altLang="ko-KR"/>
              <a:t>spike </a:t>
            </a:r>
            <a:r>
              <a:rPr kumimoji="1" lang="ko-KR" altLang="en-US"/>
              <a:t>더라도 비정상으로 분류하는 한계가 존재했습니다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이를 개선하기 위해 해당 논문에서는 </a:t>
            </a:r>
            <a:r>
              <a:rPr kumimoji="1" lang="en-US" altLang="ko-KR"/>
              <a:t>EWMA</a:t>
            </a:r>
            <a:r>
              <a:rPr kumimoji="1" lang="ko-KR" altLang="en-US"/>
              <a:t>를 </a:t>
            </a:r>
            <a:r>
              <a:rPr kumimoji="1" lang="en-US" altLang="ko-KR"/>
              <a:t>vector e</a:t>
            </a:r>
            <a:r>
              <a:rPr kumimoji="1" lang="ko-KR" altLang="en-US"/>
              <a:t>에 적용했습니다</a:t>
            </a:r>
            <a:r>
              <a:rPr kumimoji="1" lang="en-US" altLang="ko-KR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좌측의 이미지는 데이터에 </a:t>
            </a:r>
            <a:r>
              <a:rPr kumimoji="1" lang="en-US" altLang="ko-KR"/>
              <a:t>EWMA</a:t>
            </a:r>
            <a:r>
              <a:rPr kumimoji="1" lang="ko-KR" altLang="en-US"/>
              <a:t>를 적용해 데이터의 일반적인 추세를 파악할 수 있게 만든 예시입니다</a:t>
            </a:r>
            <a:r>
              <a:rPr kumimoji="1" lang="en-US" altLang="ko-KR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/>
              <a:t>EWMA</a:t>
            </a:r>
            <a:r>
              <a:rPr kumimoji="1" lang="ko-KR" altLang="en-US"/>
              <a:t>는 최근 오차일수록 더 큰 가중치를 부여해 </a:t>
            </a:r>
            <a:r>
              <a:rPr kumimoji="1" lang="en-US" altLang="ko-KR"/>
              <a:t>spike</a:t>
            </a:r>
            <a:r>
              <a:rPr kumimoji="1" lang="ko-KR" altLang="en-US"/>
              <a:t>에 빠르게 반응할 수 있으며</a:t>
            </a:r>
            <a:endParaRPr kumimoji="1"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/>
              <a:t>Smoothing</a:t>
            </a:r>
            <a:r>
              <a:rPr kumimoji="1" lang="ko-KR" altLang="en-US"/>
              <a:t>을 거친 </a:t>
            </a:r>
            <a:r>
              <a:rPr kumimoji="1" lang="en-US" altLang="ko-KR"/>
              <a:t>vector e</a:t>
            </a:r>
            <a:r>
              <a:rPr kumimoji="1" lang="ko-KR" altLang="en-US"/>
              <a:t>의 원소 </a:t>
            </a:r>
            <a:r>
              <a:rPr kumimoji="1" lang="en-US" altLang="ko-KR"/>
              <a:t>e</a:t>
            </a:r>
            <a:r>
              <a:rPr kumimoji="1" lang="ko-KR" altLang="en-US"/>
              <a:t>가 </a:t>
            </a:r>
            <a:r>
              <a:rPr kumimoji="1" lang="ko-KR" altLang="en-US" err="1"/>
              <a:t>임계값을</a:t>
            </a:r>
            <a:r>
              <a:rPr kumimoji="1" lang="ko-KR" altLang="en-US"/>
              <a:t> 넘어가면 이상치로 분류하게 됩니다</a:t>
            </a:r>
            <a:r>
              <a:rPr kumimoji="1" lang="en-US" altLang="ko-KR"/>
              <a:t>. 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CA93C-428A-8679-746E-C82DC68AF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7434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8ADFD-7F57-8812-FF78-5F63DB7B1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C65DFC-443C-80F8-D6EB-C1E8C409D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AD7C48-62B8-A418-1873-3B2669E57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다음으로 </a:t>
            </a:r>
            <a:r>
              <a:rPr kumimoji="1" lang="ko-KR" altLang="en-US" err="1"/>
              <a:t>임계값을</a:t>
            </a:r>
            <a:r>
              <a:rPr kumimoji="1" lang="ko-KR" altLang="en-US"/>
              <a:t> 구하는 과정입니다</a:t>
            </a:r>
            <a:r>
              <a:rPr kumimoji="1" lang="en-US" altLang="ko-KR"/>
              <a:t>. </a:t>
            </a:r>
            <a:r>
              <a:rPr kumimoji="1" lang="ko-KR" altLang="en-US"/>
              <a:t>먼저 최적 </a:t>
            </a:r>
            <a:r>
              <a:rPr kumimoji="1" lang="ko-KR" altLang="en-US" err="1"/>
              <a:t>임계값의</a:t>
            </a:r>
            <a:r>
              <a:rPr kumimoji="1" lang="ko-KR" altLang="en-US"/>
              <a:t> 후보가 되는 </a:t>
            </a:r>
            <a:r>
              <a:rPr kumimoji="1" lang="en-US" altLang="ko-KR"/>
              <a:t>bold </a:t>
            </a:r>
            <a:r>
              <a:rPr kumimoji="1" lang="ko-KR" altLang="en-US"/>
              <a:t>엡실론은 아래와 같은 수식으로 결정됩니다</a:t>
            </a:r>
            <a:r>
              <a:rPr kumimoji="1" lang="en-US" altLang="ko-KR"/>
              <a:t>. </a:t>
            </a:r>
            <a:r>
              <a:rPr kumimoji="1" lang="ko-KR" altLang="en-US"/>
              <a:t>해당 수식에서 </a:t>
            </a:r>
            <a:r>
              <a:rPr kumimoji="1" lang="en-US" altLang="ko-KR"/>
              <a:t>z</a:t>
            </a:r>
            <a:r>
              <a:rPr kumimoji="1" lang="ko-KR" altLang="en-US"/>
              <a:t>는 </a:t>
            </a:r>
            <a:r>
              <a:rPr kumimoji="1" lang="en-US" altLang="ko-KR"/>
              <a:t>z-score</a:t>
            </a:r>
            <a:r>
              <a:rPr kumimoji="1" lang="ko-KR" altLang="en-US"/>
              <a:t>에 있는 </a:t>
            </a:r>
            <a:r>
              <a:rPr kumimoji="1" lang="en-US" altLang="ko-KR"/>
              <a:t>z</a:t>
            </a:r>
            <a:r>
              <a:rPr kumimoji="1" lang="ko-KR" altLang="en-US"/>
              <a:t>와 동일한 의미로 표준편차로부터 떨어진 정도를 나타내는 값입니다</a:t>
            </a:r>
            <a:r>
              <a:rPr kumimoji="1" lang="en-US" altLang="ko-KR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이 </a:t>
            </a:r>
            <a:r>
              <a:rPr kumimoji="1" lang="en-US" altLang="ko-KR"/>
              <a:t>z</a:t>
            </a:r>
            <a:r>
              <a:rPr kumimoji="1" lang="ko-KR" altLang="en-US"/>
              <a:t> 값에 따라 엡실론이 변하게 되는데 본 논문에서는 경험적 결과에 따라 </a:t>
            </a:r>
            <a:r>
              <a:rPr kumimoji="1" lang="en-US" altLang="ko-KR"/>
              <a:t>z</a:t>
            </a:r>
            <a:r>
              <a:rPr kumimoji="1" lang="ko-KR" altLang="en-US"/>
              <a:t>의 범위가 </a:t>
            </a:r>
            <a:r>
              <a:rPr kumimoji="1" lang="en-US" altLang="ko-KR"/>
              <a:t>2~10</a:t>
            </a:r>
            <a:r>
              <a:rPr kumimoji="1" lang="ko-KR" altLang="en-US" err="1"/>
              <a:t>일때</a:t>
            </a:r>
            <a:r>
              <a:rPr kumimoji="1" lang="ko-KR" altLang="en-US"/>
              <a:t> 가장 적합하다고 언급되어 있습니다</a:t>
            </a:r>
            <a:r>
              <a:rPr kumimoji="1" lang="en-US" altLang="ko-KR"/>
              <a:t>. </a:t>
            </a:r>
            <a:r>
              <a:rPr kumimoji="1" lang="ko-KR" altLang="en-US"/>
              <a:t>따라서 </a:t>
            </a:r>
            <a:r>
              <a:rPr kumimoji="1" lang="en-US" altLang="ko-KR"/>
              <a:t>z</a:t>
            </a:r>
            <a:r>
              <a:rPr kumimoji="1" lang="ko-KR" altLang="en-US"/>
              <a:t>의 범위를 </a:t>
            </a:r>
            <a:r>
              <a:rPr kumimoji="1" lang="en-US" altLang="ko-KR"/>
              <a:t>2~10</a:t>
            </a:r>
            <a:r>
              <a:rPr kumimoji="1" lang="ko-KR" altLang="en-US"/>
              <a:t>으로 설정한 </a:t>
            </a:r>
            <a:r>
              <a:rPr kumimoji="1" lang="en-US" altLang="ko-KR"/>
              <a:t>for</a:t>
            </a:r>
            <a:r>
              <a:rPr kumimoji="1" lang="ko-KR" altLang="en-US"/>
              <a:t>문을 통해 여러 </a:t>
            </a:r>
            <a:r>
              <a:rPr kumimoji="1" lang="ko-KR" altLang="en-US" err="1"/>
              <a:t>임계값</a:t>
            </a:r>
            <a:r>
              <a:rPr kumimoji="1" lang="ko-KR" altLang="en-US"/>
              <a:t> 후보들을 계산하고</a:t>
            </a:r>
            <a:r>
              <a:rPr kumimoji="1" lang="en-US" altLang="ko-KR"/>
              <a:t>, </a:t>
            </a:r>
            <a:r>
              <a:rPr kumimoji="1" lang="ko-KR" altLang="en-US"/>
              <a:t>아래의 수식으로 후보들 중 가장 적합한 최적 </a:t>
            </a:r>
            <a:r>
              <a:rPr kumimoji="1" lang="ko-KR" altLang="en-US" err="1"/>
              <a:t>임계값</a:t>
            </a:r>
            <a:r>
              <a:rPr kumimoji="1" lang="ko-KR" altLang="en-US"/>
              <a:t> 엡실론 을 구해줍니다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/>
              <a:t> </a:t>
            </a:r>
            <a:r>
              <a:rPr kumimoji="1" lang="ko-KR" altLang="en-US"/>
              <a:t>이 </a:t>
            </a:r>
            <a:r>
              <a:rPr kumimoji="1" lang="ko-KR" altLang="en-US" err="1"/>
              <a:t>수식들에서</a:t>
            </a:r>
            <a:r>
              <a:rPr kumimoji="1" lang="ko-KR" altLang="en-US"/>
              <a:t> 사용된 값들은 우측에 나와있는데</a:t>
            </a:r>
            <a:r>
              <a:rPr kumimoji="1" lang="en-US" altLang="ko-KR"/>
              <a:t>, </a:t>
            </a:r>
            <a:r>
              <a:rPr kumimoji="1" lang="ko-KR" altLang="en-US"/>
              <a:t>먼저 뮤는 오차 벡터에 대한 평균이고 시그마는 표준편차를 의미합니다</a:t>
            </a:r>
            <a:r>
              <a:rPr kumimoji="1" lang="en-US" altLang="ko-KR"/>
              <a:t>. </a:t>
            </a:r>
            <a:r>
              <a:rPr kumimoji="1" lang="ko-KR" altLang="en-US"/>
              <a:t>다음으로 </a:t>
            </a:r>
            <a:r>
              <a:rPr kumimoji="1" lang="en-US" altLang="ko-KR"/>
              <a:t>e sub a</a:t>
            </a:r>
            <a:r>
              <a:rPr kumimoji="1" lang="ko-KR" altLang="en-US"/>
              <a:t>는 에러 벡터에서 각 요소들이 </a:t>
            </a:r>
            <a:r>
              <a:rPr kumimoji="1" lang="ko-KR" altLang="en-US" err="1"/>
              <a:t>임계값보다</a:t>
            </a:r>
            <a:r>
              <a:rPr kumimoji="1" lang="ko-KR" altLang="en-US"/>
              <a:t> 큰 값들 즉</a:t>
            </a:r>
            <a:r>
              <a:rPr kumimoji="1" lang="en-US" altLang="ko-KR"/>
              <a:t>,</a:t>
            </a:r>
            <a:r>
              <a:rPr kumimoji="1" lang="ko-KR" altLang="en-US"/>
              <a:t> 이상치에 해당하는 오차 값들입니다</a:t>
            </a:r>
            <a:r>
              <a:rPr kumimoji="1" lang="en-US" altLang="ko-KR"/>
              <a:t>. </a:t>
            </a:r>
            <a:r>
              <a:rPr kumimoji="1" lang="ko-KR" altLang="en-US"/>
              <a:t>다음으로 </a:t>
            </a:r>
            <a:r>
              <a:rPr kumimoji="1" lang="en-US" altLang="ko-KR"/>
              <a:t>capital e sub seq</a:t>
            </a:r>
            <a:r>
              <a:rPr kumimoji="1" lang="ko-KR" altLang="en-US"/>
              <a:t>는 아까 </a:t>
            </a:r>
            <a:r>
              <a:rPr kumimoji="1" lang="en-US" altLang="ko-KR"/>
              <a:t>e sub a</a:t>
            </a:r>
            <a:r>
              <a:rPr kumimoji="1" lang="ko-KR" altLang="en-US"/>
              <a:t>에서 개별 값이 아닌 연속된 시퀀스를 이루고 있는 요소들에 대한 집합을 의미합니다</a:t>
            </a:r>
            <a:r>
              <a:rPr kumimoji="1" lang="en-US" altLang="ko-KR"/>
              <a:t>. </a:t>
            </a:r>
            <a:r>
              <a:rPr kumimoji="1" lang="ko-KR" altLang="en-US"/>
              <a:t>이러한 값들을 통해 최적의 </a:t>
            </a:r>
            <a:r>
              <a:rPr kumimoji="1" lang="ko-KR" altLang="en-US" err="1"/>
              <a:t>임계값</a:t>
            </a:r>
            <a:r>
              <a:rPr kumimoji="1" lang="ko-KR" altLang="en-US"/>
              <a:t> 엡실론이 구해지고</a:t>
            </a:r>
            <a:r>
              <a:rPr kumimoji="1" lang="en-US" altLang="ko-KR"/>
              <a:t>, </a:t>
            </a:r>
            <a:r>
              <a:rPr kumimoji="1" lang="ko-KR" altLang="en-US"/>
              <a:t>해당 값으로 아래에 이상치 점수를 산출합니다</a:t>
            </a:r>
            <a:r>
              <a:rPr kumimoji="1" lang="en-US" altLang="ko-KR"/>
              <a:t>. </a:t>
            </a:r>
            <a:r>
              <a:rPr kumimoji="1" lang="ko-KR" altLang="en-US"/>
              <a:t>이상치 </a:t>
            </a:r>
            <a:r>
              <a:rPr kumimoji="1" lang="ko-KR" altLang="en-US" err="1"/>
              <a:t>점수란</a:t>
            </a:r>
            <a:r>
              <a:rPr kumimoji="1" lang="ko-KR" altLang="en-US"/>
              <a:t> 말그대로 해당 점수가 높을수록 이상치 정도가 극심하다는 것을 의미합니다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110A77-6FB5-584E-E7A7-D5DB05B86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5785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다음은 과거 데이터에 대한 의존때문에 과다 발생하는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False Positive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를 완화하기 위한 과정입니다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좌측의 이미지는 이상치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Pruning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을 진행하는 과정을 설명한 이미지 입니다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이상치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Pruning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smoothing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처리한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capital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e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sub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seq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의 최대값들인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e sub max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를 퍼센트를 통해 비교를 하기 위해 임의로 정한 최소 퍼센트 감소율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p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를 지정하게 됩니다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이때 다음 최대값과의 차이가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p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이상이면 해당 구간은 이상치로 유지하게 되고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p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이하이면 정상치로 재조정하게 됩니다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이외에도 논문에서 사용하지는 않았으나 소개한 방법으로는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Learning from History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라는 방법이 있습니다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해당 논문에서 사용한 우주항공 데이터의 특성상 비슷한 강도의 이상치가 동일 채널에서 반복되지 않는다는 가정을 사용하는 방법으로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이상치의 최소값을 정하고 이를 넘지 않는 이상치는 전부 정상치로 조정하게 됩니다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이상치 가지치기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(Pruning Anomalies)</a:t>
            </a:r>
          </a:p>
          <a:p>
            <a:pPr marL="800100" lvl="1" indent="-342900">
              <a:buAutoNum type="arabicPeriod"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잠재 이상치 구간들의 최대 이상치 값을 비교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lvl="1"/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 -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플롯에서는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[0.01396, 0.01072, 0.00994]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순서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800100" lvl="1" indent="-342900">
              <a:buAutoNum type="arabicPeriod" startAt="2"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퍼센트로 비교를 위해 임의로 정한 최소 퍼센트 감소율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(p)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지정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lvl="1"/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 -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해당 논문에서는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(0.1)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로 지정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800100" lvl="1" indent="-342900">
              <a:buAutoNum type="arabicPeriod" startAt="3"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다음 구간과 차이가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p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이상이면 이상치 유지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, </a:t>
            </a:r>
          </a:p>
          <a:p>
            <a:pPr lvl="1"/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p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이하면 정상치로 조정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lvl="1"/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 -   (0.01396 – 0.01072) /  0.01396  =  0.23  ,   </a:t>
            </a:r>
          </a:p>
          <a:p>
            <a:pPr lvl="1"/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      0.23  &gt;  0.1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이므로 이상치 유지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5384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0135A-6AF4-F8BD-A656-8830DACB2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6E69E0-8EF3-975D-7EDB-45C42B4B6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CC13F0-9A7B-FD04-CF6F-6763AE6A8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다음은 이 논문의 실험 과정에서 사용한 데이터 셋과 모델의 파라미터에 대한 설명입니다</a:t>
            </a:r>
            <a:r>
              <a:rPr lang="en-US" altLang="ko-KR" sz="1200">
                <a:latin typeface="Source Han Sans KR Medium" panose="020B0600000101010101" charset="-127"/>
                <a:ea typeface="Source Han Sans KR Medium" panose="020B0600000101010101" charset="-127"/>
              </a:rPr>
              <a:t>. </a:t>
            </a: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해당 논문에서는 </a:t>
            </a:r>
            <a:r>
              <a:rPr lang="en-US" altLang="ko-KR" sz="1200">
                <a:latin typeface="Source Han Sans KR Medium" panose="020B0600000101010101" charset="-127"/>
                <a:ea typeface="Source Han Sans KR Medium" panose="020B0600000101010101" charset="-127"/>
              </a:rPr>
              <a:t>ISA </a:t>
            </a: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보고서의 데이터 중 </a:t>
            </a:r>
            <a:r>
              <a:rPr lang="en-US" altLang="ko-KR" sz="1200">
                <a:latin typeface="Source Han Sans KR Medium" panose="020B0600000101010101" charset="-127"/>
                <a:ea typeface="Source Han Sans KR Medium" panose="020B0600000101010101" charset="-127"/>
              </a:rPr>
              <a:t>SMAP</a:t>
            </a: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와 </a:t>
            </a:r>
            <a:r>
              <a:rPr lang="en-US" altLang="ko-KR" sz="1200">
                <a:latin typeface="Source Han Sans KR Medium" panose="020B0600000101010101" charset="-127"/>
                <a:ea typeface="Source Han Sans KR Medium" panose="020B0600000101010101" charset="-127"/>
              </a:rPr>
              <a:t>MSL</a:t>
            </a: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에 대한 데이터를 사용했으며 이상치는 수작업을 통해 라벨링을 진행했다고 합니다</a:t>
            </a:r>
            <a:r>
              <a:rPr lang="en-US" altLang="ko-KR" sz="1200">
                <a:latin typeface="Source Han Sans KR Medium" panose="020B0600000101010101" charset="-127"/>
                <a:ea typeface="Source Han Sans KR Medium" panose="020B0600000101010101" charset="-127"/>
              </a:rPr>
              <a:t>. </a:t>
            </a: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이때 예측하기 위한 이상치를 값이 </a:t>
            </a:r>
            <a:r>
              <a:rPr lang="ko-KR" altLang="en-US" sz="1200" err="1">
                <a:latin typeface="Source Han Sans KR Medium" panose="020B0600000101010101" charset="-127"/>
                <a:ea typeface="Source Han Sans KR Medium" panose="020B0600000101010101" charset="-127"/>
              </a:rPr>
              <a:t>특출나게</a:t>
            </a: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 높거나 낮은 </a:t>
            </a:r>
            <a:r>
              <a:rPr lang="en-US" altLang="ko-KR" sz="1200">
                <a:latin typeface="Source Han Sans KR Medium" panose="020B0600000101010101" charset="-127"/>
                <a:ea typeface="Source Han Sans KR Medium" panose="020B0600000101010101" charset="-127"/>
              </a:rPr>
              <a:t>Point anomaly</a:t>
            </a: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와 패턴에 어긋나는 값을 보이는 </a:t>
            </a:r>
            <a:r>
              <a:rPr lang="en-US" altLang="ko-KR" sz="1200">
                <a:latin typeface="Source Han Sans KR Medium" panose="020B0600000101010101" charset="-127"/>
                <a:ea typeface="Source Han Sans KR Medium" panose="020B0600000101010101" charset="-127"/>
              </a:rPr>
              <a:t>Contextual anomaly </a:t>
            </a: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두가지로 구분을 </a:t>
            </a:r>
            <a:r>
              <a:rPr lang="ko-KR" altLang="en-US" sz="1200" err="1">
                <a:latin typeface="Source Han Sans KR Medium" panose="020B0600000101010101" charset="-127"/>
                <a:ea typeface="Source Han Sans KR Medium" panose="020B0600000101010101" charset="-127"/>
              </a:rPr>
              <a:t>하게되었는데</a:t>
            </a:r>
            <a:r>
              <a:rPr lang="en-US" altLang="ko-KR" sz="1200">
                <a:latin typeface="Source Han Sans KR Medium" panose="020B0600000101010101" charset="-127"/>
                <a:ea typeface="Source Han Sans KR Medium" panose="020B0600000101010101" charset="-127"/>
              </a:rPr>
              <a:t>. </a:t>
            </a: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 특정 데이터 값은 이상하지 않지만 시간의 흐름에 따라 구간 전체를 보면 이상치로 판단할 수 있는 </a:t>
            </a:r>
            <a:r>
              <a:rPr lang="en-US" altLang="ko-KR" sz="1200" err="1">
                <a:latin typeface="Source Han Sans KR Medium" panose="020B0600000101010101" charset="-127"/>
                <a:ea typeface="Source Han Sans KR Medium" panose="020B0600000101010101" charset="-127"/>
              </a:rPr>
              <a:t>Colective</a:t>
            </a:r>
            <a:r>
              <a:rPr lang="en-US" altLang="ko-KR" sz="1200">
                <a:latin typeface="Source Han Sans KR Medium" panose="020B0600000101010101" charset="-127"/>
                <a:ea typeface="Source Han Sans KR Medium" panose="020B0600000101010101" charset="-127"/>
              </a:rPr>
              <a:t> anomaly</a:t>
            </a: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는 </a:t>
            </a:r>
            <a:r>
              <a:rPr lang="en-US" altLang="ko-KR" sz="1200">
                <a:latin typeface="Source Han Sans KR Medium" panose="020B0600000101010101" charset="-127"/>
                <a:ea typeface="Source Han Sans KR Medium" panose="020B0600000101010101" charset="-127"/>
              </a:rPr>
              <a:t>Contextual</a:t>
            </a: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과 시간적인 데이터의 맥락을 </a:t>
            </a:r>
            <a:r>
              <a:rPr lang="ko-KR" altLang="en-US" sz="1200" err="1">
                <a:latin typeface="Source Han Sans KR Medium" panose="020B0600000101010101" charset="-127"/>
                <a:ea typeface="Source Han Sans KR Medium" panose="020B0600000101010101" charset="-127"/>
              </a:rPr>
              <a:t>봐야하고</a:t>
            </a:r>
            <a:r>
              <a:rPr lang="ko-KR" altLang="en-US" sz="1200">
                <a:latin typeface="Source Han Sans KR Medium" panose="020B0600000101010101" charset="-127"/>
                <a:ea typeface="Source Han Sans KR Medium" panose="020B0600000101010101" charset="-127"/>
              </a:rPr>
              <a:t> 탐지가 힘들다는 공통된 특성이 있어 묶어서 진행을 했다고 합니다</a:t>
            </a:r>
            <a:r>
              <a:rPr lang="en-US" altLang="ko-KR" sz="12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endParaRPr kumimoji="1" lang="en-US" altLang="ko-KR"/>
          </a:p>
          <a:p>
            <a:r>
              <a:rPr kumimoji="1" lang="ko-KR" altLang="en-US"/>
              <a:t>실험에 사용한 모델의 파라미터는 모두 하단의 그림과 동일하게 설정 후 진행했다고 합니다</a:t>
            </a:r>
            <a:r>
              <a:rPr kumimoji="1" lang="en-US" altLang="ko-KR"/>
              <a:t>.</a:t>
            </a:r>
            <a:r>
              <a:rPr kumimoji="1" lang="ko-KR" altLang="en-US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9AB632-B8C6-19C1-A442-75588C11E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1285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B2BCA-F9BF-E03C-9EC5-6B10A9045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F676E0-543C-490D-199F-CAB5B82CE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E180C5-A211-D452-1F49-3C1BB4AE8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실험은 </a:t>
            </a:r>
            <a:r>
              <a:rPr kumimoji="1" lang="ko-KR" altLang="en-US" err="1"/>
              <a:t>가우시안과</a:t>
            </a:r>
            <a:r>
              <a:rPr kumimoji="1" lang="ko-KR" altLang="en-US"/>
              <a:t> </a:t>
            </a:r>
            <a:r>
              <a:rPr kumimoji="1" lang="ko-KR" altLang="en-US" err="1"/>
              <a:t>비모수적</a:t>
            </a:r>
            <a:r>
              <a:rPr kumimoji="1" lang="ko-KR" altLang="en-US"/>
              <a:t> 방법 두가지를 진행하되 두 방법 내에서는 </a:t>
            </a:r>
            <a:r>
              <a:rPr kumimoji="1" lang="en-US" altLang="ko-KR"/>
              <a:t>Pruning</a:t>
            </a:r>
            <a:r>
              <a:rPr kumimoji="1" lang="ko-KR" altLang="en-US"/>
              <a:t> 처리 유무에 따라 차별을 두었습니다</a:t>
            </a:r>
            <a:r>
              <a:rPr kumimoji="1" lang="en-US" altLang="ko-KR"/>
              <a:t>. </a:t>
            </a:r>
            <a:r>
              <a:rPr kumimoji="1" lang="ko-KR" altLang="en-US"/>
              <a:t>이때  </a:t>
            </a:r>
            <a:r>
              <a:rPr kumimoji="1" lang="ko-KR" altLang="en-US" err="1"/>
              <a:t>비모수적</a:t>
            </a:r>
            <a:r>
              <a:rPr kumimoji="1" lang="ko-KR" altLang="en-US"/>
              <a:t> 방법과 </a:t>
            </a:r>
            <a:r>
              <a:rPr kumimoji="1" lang="ko-KR" altLang="en-US" err="1"/>
              <a:t>가우시안</a:t>
            </a:r>
            <a:r>
              <a:rPr kumimoji="1" lang="ko-KR" altLang="en-US"/>
              <a:t> 둘 모두를 통틀어 </a:t>
            </a:r>
            <a:r>
              <a:rPr kumimoji="1" lang="ko-KR" altLang="en-US" err="1"/>
              <a:t>비모수적</a:t>
            </a:r>
            <a:r>
              <a:rPr kumimoji="1" lang="ko-KR" altLang="en-US"/>
              <a:t> 방법에 </a:t>
            </a:r>
            <a:r>
              <a:rPr kumimoji="1" lang="en-US" altLang="ko-KR"/>
              <a:t>Pruning</a:t>
            </a:r>
            <a:r>
              <a:rPr kumimoji="1" lang="ko-KR" altLang="en-US"/>
              <a:t>을 적용한 모델이  </a:t>
            </a:r>
            <a:r>
              <a:rPr kumimoji="1" lang="en-US" altLang="ko-KR"/>
              <a:t>F0.5 </a:t>
            </a:r>
            <a:r>
              <a:rPr kumimoji="1" lang="ko-KR" altLang="en-US"/>
              <a:t>스코어가 가장 높게 산출이 되었으며</a:t>
            </a:r>
            <a:r>
              <a:rPr kumimoji="1" lang="en-US" altLang="ko-KR"/>
              <a:t>. </a:t>
            </a:r>
            <a:r>
              <a:rPr kumimoji="1" lang="ko-KR" altLang="en-US" err="1"/>
              <a:t>가우시안에서는</a:t>
            </a:r>
            <a:r>
              <a:rPr kumimoji="1" lang="ko-KR" altLang="en-US"/>
              <a:t> </a:t>
            </a:r>
            <a:r>
              <a:rPr kumimoji="1" lang="en-US" altLang="ko-KR"/>
              <a:t>Pruning</a:t>
            </a:r>
            <a:r>
              <a:rPr kumimoji="1" lang="ko-KR" altLang="en-US"/>
              <a:t>을 적용한 모델이 가장 높은 점수가 나왔습니다</a:t>
            </a:r>
            <a:r>
              <a:rPr kumimoji="1" lang="en-US" altLang="ko-KR"/>
              <a:t>. </a:t>
            </a:r>
            <a:r>
              <a:rPr kumimoji="1" lang="ko-KR" altLang="en-US" err="1"/>
              <a:t>비모수적</a:t>
            </a:r>
            <a:r>
              <a:rPr kumimoji="1" lang="ko-KR" altLang="en-US"/>
              <a:t> 방법에 </a:t>
            </a:r>
            <a:r>
              <a:rPr kumimoji="1" lang="en-US" altLang="ko-KR"/>
              <a:t>Pruning</a:t>
            </a:r>
            <a:r>
              <a:rPr kumimoji="1" lang="ko-KR" altLang="en-US"/>
              <a:t>을 적용한 모델에서의 </a:t>
            </a:r>
            <a:r>
              <a:rPr kumimoji="1" lang="en-US" altLang="ko-KR"/>
              <a:t>MSL</a:t>
            </a:r>
            <a:r>
              <a:rPr kumimoji="1" lang="ko-KR" altLang="en-US"/>
              <a:t>과 </a:t>
            </a:r>
            <a:r>
              <a:rPr kumimoji="1" lang="en-US" altLang="ko-KR"/>
              <a:t>SMAP </a:t>
            </a:r>
            <a:r>
              <a:rPr kumimoji="1" lang="ko-KR" altLang="en-US"/>
              <a:t>데이터의 평균 </a:t>
            </a:r>
            <a:r>
              <a:rPr kumimoji="1" lang="en-US" altLang="ko-KR"/>
              <a:t>LSTM </a:t>
            </a:r>
            <a:r>
              <a:rPr kumimoji="1" lang="ko-KR" altLang="en-US"/>
              <a:t>예측 오차는 </a:t>
            </a:r>
            <a:r>
              <a:rPr kumimoji="1" lang="en-US" altLang="ko-KR"/>
              <a:t>5.9%</a:t>
            </a:r>
            <a:r>
              <a:rPr kumimoji="1" lang="ko-KR" altLang="en-US"/>
              <a:t>로 낮은 예측 오류를 보였습니다</a:t>
            </a:r>
            <a:r>
              <a:rPr kumimoji="1" lang="en-US" altLang="ko-KR"/>
              <a:t>. </a:t>
            </a:r>
            <a:r>
              <a:rPr kumimoji="1" lang="ko-KR" altLang="en-US"/>
              <a:t>이것으로 논문 리뷰를 마치고 </a:t>
            </a:r>
            <a:r>
              <a:rPr kumimoji="1" lang="ko-KR" altLang="en-US" err="1"/>
              <a:t>깃허브</a:t>
            </a:r>
            <a:r>
              <a:rPr kumimoji="1" lang="ko-KR" altLang="en-US"/>
              <a:t> 소개를 하도록 하겠습니다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DC42B8-3589-CD4B-2EDA-95D875A95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6241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DDC4D-42D1-5950-955B-C337F2CB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19E976-9C86-3898-3DBF-61AE82FF5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0F382B-083B-F824-922F-6EC198847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31DF-3788-4FA2-A3DE-82D4721D0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4900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FC57B-7C26-7E71-F604-DBDD359A7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E82555-394D-292F-58E8-E174FBB33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6E6C96-451D-59CF-712D-D60BE3A49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본 논문에서는 제시한 모델에 대한 두 가지 실험을 진행했는데요</a:t>
            </a:r>
            <a:r>
              <a:rPr kumimoji="1" lang="en-US" altLang="ko-KR"/>
              <a:t>. </a:t>
            </a:r>
            <a:r>
              <a:rPr kumimoji="1" lang="ko-KR" altLang="en-US"/>
              <a:t>먼저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7E21E-552B-7B41-E7BA-0803AC2AF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6933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D3635-4EA4-412A-71AA-F6D266C37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6DA311-106F-109C-D7A6-E1CD66F83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8D8FCA-EC17-6594-5EED-A2DE7AC45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본 논문에서는 제시한 모델에 대한 두 가지 실험을 진행했는데요</a:t>
            </a:r>
            <a:r>
              <a:rPr kumimoji="1" lang="en-US" altLang="ko-KR"/>
              <a:t>. </a:t>
            </a:r>
            <a:r>
              <a:rPr kumimoji="1" lang="ko-KR" altLang="en-US"/>
              <a:t>먼저 첫 번째 실험은 단일 모델에 대한 공격 실험입니다</a:t>
            </a:r>
            <a:r>
              <a:rPr kumimoji="1" lang="en-US" altLang="ko-KR"/>
              <a:t>. </a:t>
            </a:r>
            <a:r>
              <a:rPr kumimoji="1" lang="ko-KR" altLang="en-US"/>
              <a:t>좌측 </a:t>
            </a:r>
            <a:r>
              <a:rPr kumimoji="1" lang="en-US" altLang="ko-KR"/>
              <a:t>4</a:t>
            </a:r>
            <a:r>
              <a:rPr kumimoji="1" lang="ko-KR" altLang="en-US"/>
              <a:t>개의 모델은 저자들이 만든 임의 모델이고 첫번째 행에 있는 모델들이 공격 대상입니다</a:t>
            </a:r>
            <a:r>
              <a:rPr kumimoji="1" lang="en-US" altLang="ko-KR"/>
              <a:t>. </a:t>
            </a:r>
            <a:r>
              <a:rPr kumimoji="1" lang="ko-KR" altLang="en-US"/>
              <a:t>여기서 파란색으로 표시된 </a:t>
            </a:r>
            <a:r>
              <a:rPr kumimoji="1" lang="en-US" altLang="ko-KR"/>
              <a:t>3</a:t>
            </a:r>
            <a:r>
              <a:rPr kumimoji="1" lang="ko-KR" altLang="en-US"/>
              <a:t>개의 모델은 앙상블 기법으로 학습된 모델로 다른 모델에 비해 적대적 샘플에 강건한 모델들입니다</a:t>
            </a:r>
            <a:r>
              <a:rPr kumimoji="1" lang="en-US" altLang="ko-KR"/>
              <a:t>. </a:t>
            </a:r>
            <a:r>
              <a:rPr kumimoji="1" lang="ko-KR" altLang="en-US"/>
              <a:t>먼저 빨간색으로 표시된 부분은 자기 자신에 대해 공격하기 때문에 화이트박스 공격에 해당되고 </a:t>
            </a:r>
            <a:r>
              <a:rPr kumimoji="1" lang="en-US" altLang="ko-KR"/>
              <a:t>MI-FGSM</a:t>
            </a:r>
            <a:r>
              <a:rPr kumimoji="1" lang="ko-KR" altLang="en-US"/>
              <a:t>의 경우 </a:t>
            </a:r>
            <a:r>
              <a:rPr kumimoji="1" lang="en-US" altLang="ko-KR"/>
              <a:t>100%</a:t>
            </a:r>
            <a:r>
              <a:rPr kumimoji="1" lang="ko-KR" altLang="en-US" err="1"/>
              <a:t>에</a:t>
            </a:r>
            <a:r>
              <a:rPr kumimoji="1" lang="ko-KR" altLang="en-US"/>
              <a:t> 가까운 성능을 보입니다</a:t>
            </a:r>
            <a:r>
              <a:rPr kumimoji="1" lang="en-US" altLang="ko-KR"/>
              <a:t>. </a:t>
            </a:r>
            <a:r>
              <a:rPr kumimoji="1" lang="ko-KR" altLang="en-US"/>
              <a:t>다음으로 블랙 박스의 경우 공격 대상이 단일 모델일 때는 약 </a:t>
            </a:r>
            <a:r>
              <a:rPr kumimoji="1" lang="en-US" altLang="ko-KR"/>
              <a:t>50%</a:t>
            </a:r>
            <a:r>
              <a:rPr kumimoji="1" lang="ko-KR" altLang="en-US"/>
              <a:t>정도의 성능을 보이고 대상이 앙상블 모델일때는 낮은 공격 성공률을 보입니다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3644FC-374F-7E80-FB50-AD46F9396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67926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sv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0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2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402181" y="4092709"/>
            <a:ext cx="5648474" cy="1309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4"/>
              </a:lnSpc>
              <a:spcBef>
                <a:spcPct val="0"/>
              </a:spcBef>
            </a:pPr>
            <a:r>
              <a:rPr lang="en-US" sz="7696" b="1" err="1">
                <a:solidFill>
                  <a:srgbClr val="000000"/>
                </a:solidFill>
                <a:latin typeface="+mj-lt"/>
                <a:ea typeface="Source Han Sans KR Bold"/>
                <a:cs typeface="Source Han Sans KR Bold"/>
                <a:sym typeface="Source Han Sans KR Bold"/>
              </a:rPr>
              <a:t>EcoAI</a:t>
            </a:r>
            <a:r>
              <a:rPr lang="en-US" sz="7696" b="1">
                <a:solidFill>
                  <a:srgbClr val="000000"/>
                </a:solidFill>
                <a:latin typeface="+mj-lt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7696" b="1" err="1">
                <a:solidFill>
                  <a:srgbClr val="000000"/>
                </a:solidFill>
                <a:latin typeface="+mj-lt"/>
                <a:ea typeface="Source Han Sans KR Bold"/>
                <a:cs typeface="Source Han Sans KR Bold"/>
                <a:sym typeface="Source Han Sans KR Bold"/>
              </a:rPr>
              <a:t>세미나</a:t>
            </a:r>
            <a:endParaRPr lang="en-US" sz="7696" b="1">
              <a:solidFill>
                <a:srgbClr val="000000"/>
              </a:solidFill>
              <a:latin typeface="+mj-lt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938004" y="990600"/>
            <a:ext cx="1664196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2025.0</a:t>
            </a:r>
            <a:r>
              <a:rPr lang="en-US" altLang="ko-KR" sz="20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3</a:t>
            </a:r>
            <a:r>
              <a:rPr lang="en-US" sz="20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.27.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02181" y="6266522"/>
            <a:ext cx="4465218" cy="929096"/>
            <a:chOff x="0" y="-192881"/>
            <a:chExt cx="5953623" cy="1238795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-192881"/>
              <a:ext cx="5953623" cy="1238795"/>
              <a:chOff x="0" y="-38100"/>
              <a:chExt cx="1176024" cy="2447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-38100"/>
                <a:ext cx="1176024" cy="244700"/>
              </a:xfrm>
              <a:custGeom>
                <a:avLst/>
                <a:gdLst/>
                <a:ahLst/>
                <a:cxnLst/>
                <a:rect l="l" t="t" r="r" b="b"/>
                <a:pathLst>
                  <a:path w="733922" h="186926">
                    <a:moveTo>
                      <a:pt x="93463" y="0"/>
                    </a:moveTo>
                    <a:lnTo>
                      <a:pt x="640459" y="0"/>
                    </a:lnTo>
                    <a:cubicBezTo>
                      <a:pt x="665247" y="0"/>
                      <a:pt x="689020" y="9847"/>
                      <a:pt x="706548" y="27375"/>
                    </a:cubicBezTo>
                    <a:cubicBezTo>
                      <a:pt x="724075" y="44902"/>
                      <a:pt x="733922" y="68675"/>
                      <a:pt x="733922" y="93463"/>
                    </a:cubicBezTo>
                    <a:lnTo>
                      <a:pt x="733922" y="93463"/>
                    </a:lnTo>
                    <a:cubicBezTo>
                      <a:pt x="733922" y="118251"/>
                      <a:pt x="724075" y="142024"/>
                      <a:pt x="706548" y="159551"/>
                    </a:cubicBezTo>
                    <a:cubicBezTo>
                      <a:pt x="689020" y="177079"/>
                      <a:pt x="665247" y="186926"/>
                      <a:pt x="640459" y="186926"/>
                    </a:cubicBezTo>
                    <a:lnTo>
                      <a:pt x="93463" y="186926"/>
                    </a:lnTo>
                    <a:cubicBezTo>
                      <a:pt x="68675" y="186926"/>
                      <a:pt x="44902" y="177079"/>
                      <a:pt x="27375" y="159551"/>
                    </a:cubicBezTo>
                    <a:cubicBezTo>
                      <a:pt x="9847" y="142024"/>
                      <a:pt x="0" y="118251"/>
                      <a:pt x="0" y="93463"/>
                    </a:cubicBezTo>
                    <a:lnTo>
                      <a:pt x="0" y="93463"/>
                    </a:lnTo>
                    <a:cubicBezTo>
                      <a:pt x="0" y="68675"/>
                      <a:pt x="9847" y="44902"/>
                      <a:pt x="27375" y="27375"/>
                    </a:cubicBezTo>
                    <a:cubicBezTo>
                      <a:pt x="44902" y="9847"/>
                      <a:pt x="68675" y="0"/>
                      <a:pt x="93463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733922" cy="2250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739251" y="-4785"/>
              <a:ext cx="4604774" cy="8479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0"/>
                </a:lnSpc>
                <a:spcBef>
                  <a:spcPct val="0"/>
                </a:spcBef>
              </a:pPr>
              <a:r>
                <a:rPr lang="en-US" sz="3793" b="1" err="1">
                  <a:solidFill>
                    <a:srgbClr val="F9F3EF"/>
                  </a:solidFill>
                  <a:latin typeface="+mj-lt"/>
                  <a:ea typeface="Source Han Sans KR Medium"/>
                  <a:cs typeface="Source Han Sans KR Medium"/>
                  <a:sym typeface="Source Han Sans KR Medium"/>
                </a:rPr>
                <a:t>장현석</a:t>
              </a:r>
              <a:r>
                <a:rPr lang="en-US" altLang="ko-KR" sz="3793" b="1">
                  <a:solidFill>
                    <a:srgbClr val="F9F3EF"/>
                  </a:solidFill>
                  <a:latin typeface="+mj-lt"/>
                  <a:ea typeface="Source Han Sans KR Medium"/>
                  <a:cs typeface="Source Han Sans KR Medium"/>
                  <a:sym typeface="Source Han Sans KR Medium"/>
                </a:rPr>
                <a:t>, </a:t>
              </a:r>
              <a:r>
                <a:rPr lang="ko-KR" altLang="en-US" sz="3793" b="1">
                  <a:solidFill>
                    <a:srgbClr val="F9F3EF"/>
                  </a:solidFill>
                  <a:latin typeface="+mj-lt"/>
                  <a:ea typeface="Source Han Sans KR Medium"/>
                  <a:cs typeface="Source Han Sans KR Medium"/>
                  <a:sym typeface="Source Han Sans KR Medium"/>
                </a:rPr>
                <a:t>정민성</a:t>
              </a:r>
              <a:endParaRPr lang="en-US" sz="3793" b="1">
                <a:solidFill>
                  <a:srgbClr val="F9F3EF"/>
                </a:solidFill>
                <a:latin typeface="+mj-lt"/>
                <a:ea typeface="Source Han Sans KR Medium"/>
                <a:cs typeface="Source Han Sans KR Medium"/>
                <a:sym typeface="Source Han Sans KR Medium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A271D82-D989-9E85-6AAC-1E61129B53FA}"/>
              </a:ext>
            </a:extLst>
          </p:cNvPr>
          <p:cNvSpPr txBox="1"/>
          <p:nvPr/>
        </p:nvSpPr>
        <p:spPr>
          <a:xfrm>
            <a:off x="1450226" y="5273182"/>
            <a:ext cx="15448293" cy="86177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Detecting</a:t>
            </a:r>
            <a:r>
              <a:rPr lang="ko-KR" altLang="en-US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Spacecraft</a:t>
            </a:r>
            <a:r>
              <a:rPr lang="ko-KR" altLang="en-US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Anomalies</a:t>
            </a:r>
            <a:r>
              <a:rPr lang="ko-KR" altLang="en-US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Using</a:t>
            </a:r>
            <a:r>
              <a:rPr lang="ko-KR" altLang="en-US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LSTMs</a:t>
            </a:r>
            <a:r>
              <a:rPr lang="ko-KR" altLang="en-US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and</a:t>
            </a:r>
            <a:r>
              <a:rPr lang="ko-KR" altLang="en-US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Nonparametric</a:t>
            </a:r>
            <a:r>
              <a:rPr lang="ko-KR" altLang="en-US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Dynamic</a:t>
            </a:r>
            <a:r>
              <a:rPr lang="ko-KR" altLang="en-US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Thresholding</a:t>
            </a:r>
          </a:p>
          <a:p>
            <a:pPr>
              <a:spcBef>
                <a:spcPct val="0"/>
              </a:spcBef>
            </a:pP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(</a:t>
            </a:r>
            <a:r>
              <a:rPr lang="en-US" altLang="ko-KR" sz="2800"/>
              <a:t>LSTM</a:t>
            </a:r>
            <a:r>
              <a:rPr lang="ko-KR" altLang="en-US" sz="2800"/>
              <a:t>과 </a:t>
            </a:r>
            <a:r>
              <a:rPr lang="ko-KR" altLang="en-US" sz="2800" err="1"/>
              <a:t>비모수적</a:t>
            </a:r>
            <a:r>
              <a:rPr lang="ko-KR" altLang="en-US" sz="2800"/>
              <a:t> 동적 </a:t>
            </a:r>
            <a:r>
              <a:rPr lang="ko-KR" altLang="en-US" sz="2800" err="1"/>
              <a:t>임계값을</a:t>
            </a:r>
            <a:r>
              <a:rPr lang="ko-KR" altLang="en-US" sz="2800"/>
              <a:t> 이용한 우주선 이상 징후 탐지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117475"/>
            <a:ext cx="304502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EB1D26"/>
                </a:solidFill>
                <a:latin typeface="+mj-lt"/>
                <a:ea typeface="Bruno Bold"/>
                <a:cs typeface="Bruno Bold"/>
                <a:sym typeface="Bruno Bold"/>
              </a:rPr>
              <a:t>CONTENTS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49CF2EC-1B4B-96A9-5A11-16A2B4FA7EBE}"/>
              </a:ext>
            </a:extLst>
          </p:cNvPr>
          <p:cNvGrpSpPr/>
          <p:nvPr/>
        </p:nvGrpSpPr>
        <p:grpSpPr>
          <a:xfrm>
            <a:off x="-77467" y="1080267"/>
            <a:ext cx="15210787" cy="7752840"/>
            <a:chOff x="-77467" y="1080266"/>
            <a:chExt cx="17996189" cy="8929359"/>
          </a:xfrm>
        </p:grpSpPr>
        <p:sp>
          <p:nvSpPr>
            <p:cNvPr id="4" name="TextBox 4"/>
            <p:cNvSpPr txBox="1"/>
            <p:nvPr/>
          </p:nvSpPr>
          <p:spPr>
            <a:xfrm>
              <a:off x="3490497" y="1094976"/>
              <a:ext cx="14278756" cy="1437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2928"/>
                </a:lnSpc>
              </a:pP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Anomaly</a:t>
              </a:r>
              <a:r>
                <a:rPr lang="ko-KR" altLang="en-US" sz="5900" b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 </a:t>
              </a: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Detection</a:t>
              </a:r>
              <a:r>
                <a:rPr lang="ko-KR" altLang="en-US" sz="5900" b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 </a:t>
              </a: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using</a:t>
              </a:r>
              <a:r>
                <a:rPr lang="ko-KR" altLang="en-US" sz="5900" b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 </a:t>
              </a: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LSTMs</a:t>
              </a:r>
              <a:endParaRPr lang="ko-KR" altLang="en-US" sz="5900" b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490497" y="3498880"/>
              <a:ext cx="13677948" cy="1437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2928"/>
                </a:lnSpc>
              </a:pP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Dynamic</a:t>
              </a:r>
              <a:r>
                <a:rPr lang="ko-KR" altLang="en-US" sz="5900" b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 </a:t>
              </a: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Error</a:t>
              </a:r>
              <a:r>
                <a:rPr lang="ko-KR" altLang="en-US" sz="5900" b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 </a:t>
              </a: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Thresholds</a:t>
              </a:r>
              <a:endParaRPr lang="ko-KR" altLang="en-US" sz="5900" b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</a:endParaRPr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758205" y="1080266"/>
              <a:ext cx="1877929" cy="1877929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758205" y="3466585"/>
              <a:ext cx="1877929" cy="1877929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073818" y="1481881"/>
              <a:ext cx="1234494" cy="11077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sz="5361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4888" y="3868200"/>
              <a:ext cx="1695769" cy="11077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sz="5361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02</a:t>
              </a:r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1697169" y="2912414"/>
              <a:ext cx="15658993" cy="36365"/>
            </a:xfrm>
            <a:prstGeom prst="line">
              <a:avLst/>
            </a:prstGeom>
            <a:ln w="25106" cap="flat">
              <a:solidFill>
                <a:srgbClr val="EB1D2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697170" y="5335100"/>
              <a:ext cx="12834035" cy="0"/>
            </a:xfrm>
            <a:prstGeom prst="line">
              <a:avLst/>
            </a:prstGeom>
            <a:ln w="25106" cap="flat">
              <a:solidFill>
                <a:srgbClr val="EB1D2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90497" y="5867617"/>
              <a:ext cx="14428225" cy="14546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2928"/>
                </a:lnSpc>
              </a:pP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Mitigating</a:t>
              </a:r>
              <a:r>
                <a:rPr lang="ko-KR" altLang="en-US" sz="5900" b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 </a:t>
              </a: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False</a:t>
              </a:r>
              <a:r>
                <a:rPr lang="ko-KR" altLang="en-US" sz="5900" b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 </a:t>
              </a: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Positives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758205" y="5852905"/>
              <a:ext cx="1877929" cy="1877929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821878" y="6233283"/>
              <a:ext cx="1738371" cy="11077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sz="5361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03</a:t>
              </a: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697170" y="7721419"/>
              <a:ext cx="12834035" cy="0"/>
            </a:xfrm>
            <a:prstGeom prst="line">
              <a:avLst/>
            </a:prstGeom>
            <a:ln w="25106" cap="flat">
              <a:solidFill>
                <a:srgbClr val="EB1D2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4DA2538D-6DBC-12BF-1710-6232E243CC20}"/>
                </a:ext>
              </a:extLst>
            </p:cNvPr>
            <p:cNvSpPr txBox="1"/>
            <p:nvPr/>
          </p:nvSpPr>
          <p:spPr>
            <a:xfrm>
              <a:off x="3490496" y="8163990"/>
              <a:ext cx="12687348" cy="1437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2928"/>
                </a:lnSpc>
              </a:pP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Experiments</a:t>
              </a:r>
              <a:r>
                <a:rPr lang="ko-KR" altLang="en-US" sz="5900" b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 &amp; </a:t>
              </a: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Conclusions</a:t>
              </a:r>
            </a:p>
          </p:txBody>
        </p:sp>
        <p:grpSp>
          <p:nvGrpSpPr>
            <p:cNvPr id="28" name="Group 6">
              <a:extLst>
                <a:ext uri="{FF2B5EF4-FFF2-40B4-BE49-F238E27FC236}">
                  <a16:creationId xmlns:a16="http://schemas.microsoft.com/office/drawing/2014/main" id="{A8030C66-14AA-4618-B6E1-915415C31A83}"/>
                </a:ext>
              </a:extLst>
            </p:cNvPr>
            <p:cNvGrpSpPr/>
            <p:nvPr/>
          </p:nvGrpSpPr>
          <p:grpSpPr>
            <a:xfrm>
              <a:off x="758204" y="8131696"/>
              <a:ext cx="1877929" cy="1877929"/>
              <a:chOff x="0" y="0"/>
              <a:chExt cx="812800" cy="812800"/>
            </a:xfrm>
          </p:grpSpPr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42CBE981-F988-B7F7-98DC-C907BB40B7A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8">
                <a:extLst>
                  <a:ext uri="{FF2B5EF4-FFF2-40B4-BE49-F238E27FC236}">
                    <a16:creationId xmlns:a16="http://schemas.microsoft.com/office/drawing/2014/main" id="{261E9CCD-2059-7499-A7D3-7958D48F4C7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31" name="AutoShape 14">
              <a:extLst>
                <a:ext uri="{FF2B5EF4-FFF2-40B4-BE49-F238E27FC236}">
                  <a16:creationId xmlns:a16="http://schemas.microsoft.com/office/drawing/2014/main" id="{4BE3012E-3CE6-D6A6-1094-1DB6E592F7DB}"/>
                </a:ext>
              </a:extLst>
            </p:cNvPr>
            <p:cNvSpPr/>
            <p:nvPr/>
          </p:nvSpPr>
          <p:spPr>
            <a:xfrm>
              <a:off x="1697169" y="10000210"/>
              <a:ext cx="12834035" cy="0"/>
            </a:xfrm>
            <a:prstGeom prst="line">
              <a:avLst/>
            </a:prstGeom>
            <a:ln w="25106" cap="flat">
              <a:solidFill>
                <a:srgbClr val="EB1D2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12">
              <a:extLst>
                <a:ext uri="{FF2B5EF4-FFF2-40B4-BE49-F238E27FC236}">
                  <a16:creationId xmlns:a16="http://schemas.microsoft.com/office/drawing/2014/main" id="{3F705610-0DF1-5526-8AD5-68F9E7F9C917}"/>
                </a:ext>
              </a:extLst>
            </p:cNvPr>
            <p:cNvSpPr txBox="1"/>
            <p:nvPr/>
          </p:nvSpPr>
          <p:spPr>
            <a:xfrm>
              <a:off x="-77467" y="8583947"/>
              <a:ext cx="3540479" cy="96180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sz="535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04</a:t>
              </a:r>
              <a:endParaRPr lang="en-US" sz="5361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91A8B-6CDA-A63B-0A6F-4F6A24FDC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4228125-4E18-040F-BB28-C8CE8D995922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AD1C4A5-1F96-0DFD-B054-E83EA6582C43}"/>
              </a:ext>
            </a:extLst>
          </p:cNvPr>
          <p:cNvSpPr txBox="1"/>
          <p:nvPr/>
        </p:nvSpPr>
        <p:spPr>
          <a:xfrm>
            <a:off x="757128" y="-135122"/>
            <a:ext cx="9457804" cy="727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 err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Anomaly</a:t>
            </a:r>
            <a:r>
              <a:rPr lang="ko-KR" altLang="en-US" sz="2800" b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 </a:t>
            </a:r>
            <a:r>
              <a:rPr lang="ko-KR" altLang="en-US" sz="2800" b="1" err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Detection</a:t>
            </a:r>
            <a:r>
              <a:rPr lang="ko-KR" altLang="en-US" sz="2800" b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 </a:t>
            </a:r>
            <a:r>
              <a:rPr lang="ko-KR" altLang="en-US" sz="2800" b="1" err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using</a:t>
            </a:r>
            <a:r>
              <a:rPr lang="ko-KR" altLang="en-US" sz="2800" b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 </a:t>
            </a:r>
            <a:r>
              <a:rPr lang="ko-KR" altLang="en-US" sz="2800" b="1" err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LSTMs</a:t>
            </a:r>
            <a:endParaRPr lang="ko-KR" altLang="en-US" sz="2800" b="1">
              <a:solidFill>
                <a:srgbClr val="EB1D26"/>
              </a:solidFill>
              <a:latin typeface="+mj-lt"/>
              <a:ea typeface="Source Han Sans KR Bold"/>
              <a:cs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EB090C8-BF54-4F95-7664-B6C62AA070E9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9D08CC96-A473-4490-F6E7-29EA3ED8A76A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BE054C04-C9D4-BD69-6826-35B97350306B}"/>
                </a:ext>
              </a:extLst>
            </p:cNvPr>
            <p:cNvSpPr txBox="1"/>
            <p:nvPr/>
          </p:nvSpPr>
          <p:spPr>
            <a:xfrm>
              <a:off x="900917" y="1226520"/>
              <a:ext cx="1429926" cy="22104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1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33F3F4F-CB28-FE9C-EC12-2305DA32706F}"/>
              </a:ext>
            </a:extLst>
          </p:cNvPr>
          <p:cNvSpPr txBox="1"/>
          <p:nvPr/>
        </p:nvSpPr>
        <p:spPr>
          <a:xfrm>
            <a:off x="991342" y="712140"/>
            <a:ext cx="1360849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2400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  <a:cs typeface="Calibri"/>
              </a:rPr>
              <a:t>LSTM (</a:t>
            </a:r>
            <a:r>
              <a:rPr lang="en-US" altLang="ko-KR" sz="2400" b="1" i="1">
                <a:effectLst/>
                <a:ea typeface="Source Han Sans KR Bold" panose="020B0800000000000000" pitchFamily="34" charset="-128"/>
                <a:cs typeface="APPLE CHANCERY" panose="03020702040506060504" pitchFamily="66" charset="-79"/>
              </a:rPr>
              <a:t>cf</a:t>
            </a:r>
            <a:r>
              <a:rPr lang="en-US" altLang="ko-KR" sz="2400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  <a:cs typeface="Calibri"/>
              </a:rPr>
              <a:t>. RNN)</a:t>
            </a:r>
            <a:endParaRPr lang="ko-KR" altLang="en-US" sz="2400">
              <a:effectLst/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294B129-84FF-3235-A31E-74161EE0B9CC}"/>
              </a:ext>
            </a:extLst>
          </p:cNvPr>
          <p:cNvSpPr/>
          <p:nvPr/>
        </p:nvSpPr>
        <p:spPr>
          <a:xfrm>
            <a:off x="602546" y="7543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748F34-B970-A34F-BC8B-CD4ED12C32A7}"/>
              </a:ext>
            </a:extLst>
          </p:cNvPr>
          <p:cNvSpPr txBox="1"/>
          <p:nvPr/>
        </p:nvSpPr>
        <p:spPr>
          <a:xfrm>
            <a:off x="2790162" y="2481766"/>
            <a:ext cx="15376746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ko-KR" altLang="en-US" sz="2900">
              <a:latin typeface="Source Han Sans KR Medium" panose="020B0600000000000000" pitchFamily="34" charset="-128"/>
              <a:ea typeface="Source Han Sans KR Medium" panose="020B0600000000000000" pitchFamily="34" charset="-128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15D08-1561-E0C2-7EDB-F922E5290870}"/>
              </a:ext>
            </a:extLst>
          </p:cNvPr>
          <p:cNvSpPr txBox="1"/>
          <p:nvPr/>
        </p:nvSpPr>
        <p:spPr>
          <a:xfrm>
            <a:off x="1210757" y="9917668"/>
            <a:ext cx="477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/>
              <a:t>출처</a:t>
            </a:r>
            <a:r>
              <a:rPr kumimoji="1" lang="en-US" altLang="ko-KR"/>
              <a:t>: </a:t>
            </a:r>
            <a:r>
              <a:rPr kumimoji="1" lang="en" altLang="ko-KR"/>
              <a:t>https://i.imgur.com/jKodJ1u.png</a:t>
            </a:r>
            <a:endParaRPr kumimoji="1"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47339A3-5BDA-3C62-A731-AFD2355BE494}"/>
              </a:ext>
            </a:extLst>
          </p:cNvPr>
          <p:cNvGrpSpPr/>
          <p:nvPr/>
        </p:nvGrpSpPr>
        <p:grpSpPr>
          <a:xfrm>
            <a:off x="137005" y="5586077"/>
            <a:ext cx="10077927" cy="3839120"/>
            <a:chOff x="1210757" y="5523742"/>
            <a:chExt cx="10744518" cy="4093053"/>
          </a:xfrm>
        </p:grpSpPr>
        <p:pic>
          <p:nvPicPr>
            <p:cNvPr id="7" name="Picture 2" descr="RNN과 LSTM을 이해해보자! · ratsgo's blog">
              <a:extLst>
                <a:ext uri="{FF2B5EF4-FFF2-40B4-BE49-F238E27FC236}">
                  <a16:creationId xmlns:a16="http://schemas.microsoft.com/office/drawing/2014/main" id="{55BE101F-FD03-AD07-B05E-876CC86FD2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563" b="2045"/>
            <a:stretch/>
          </p:blipFill>
          <p:spPr bwMode="auto">
            <a:xfrm>
              <a:off x="1210757" y="5523742"/>
              <a:ext cx="10744518" cy="4093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A0BEBD29-E759-B516-DB30-3E9D860C3179}"/>
                </a:ext>
              </a:extLst>
            </p:cNvPr>
            <p:cNvSpPr/>
            <p:nvPr/>
          </p:nvSpPr>
          <p:spPr>
            <a:xfrm>
              <a:off x="4289364" y="6683435"/>
              <a:ext cx="1030778" cy="665018"/>
            </a:xfrm>
            <a:prstGeom prst="roundRect">
              <a:avLst/>
            </a:prstGeom>
            <a:noFill/>
            <a:ln w="38100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A29AB0F-8AE0-570C-E4B3-F88335245A6E}"/>
                </a:ext>
              </a:extLst>
            </p:cNvPr>
            <p:cNvSpPr txBox="1"/>
            <p:nvPr/>
          </p:nvSpPr>
          <p:spPr>
            <a:xfrm>
              <a:off x="3829265" y="8734996"/>
              <a:ext cx="43059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>
                  <a:solidFill>
                    <a:srgbClr val="FF0000"/>
                  </a:solidFill>
                  <a:ea typeface="Source Han Sans KR Bold" panose="020B0800000000000000" pitchFamily="34" charset="-128"/>
                </a:rPr>
                <a:t>단기 기억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62220B-484C-C139-8C70-EBBC8B0A0829}"/>
                </a:ext>
              </a:extLst>
            </p:cNvPr>
            <p:cNvSpPr txBox="1"/>
            <p:nvPr/>
          </p:nvSpPr>
          <p:spPr>
            <a:xfrm>
              <a:off x="4641273" y="6314103"/>
              <a:ext cx="43059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>
                  <a:solidFill>
                    <a:srgbClr val="FF0000"/>
                  </a:solidFill>
                  <a:ea typeface="Source Han Sans KR Bold" panose="020B0800000000000000" pitchFamily="34" charset="-128"/>
                </a:rPr>
                <a:t>장기 기억</a:t>
              </a:r>
            </a:p>
          </p:txBody>
        </p:sp>
        <p:sp>
          <p:nvSpPr>
            <p:cNvPr id="15" name="모서리가 둥근 직사각형 14">
              <a:extLst>
                <a:ext uri="{FF2B5EF4-FFF2-40B4-BE49-F238E27FC236}">
                  <a16:creationId xmlns:a16="http://schemas.microsoft.com/office/drawing/2014/main" id="{E4536255-B0F0-1579-DF58-B2EF690576B4}"/>
                </a:ext>
              </a:extLst>
            </p:cNvPr>
            <p:cNvSpPr/>
            <p:nvPr/>
          </p:nvSpPr>
          <p:spPr>
            <a:xfrm>
              <a:off x="4289364" y="8027109"/>
              <a:ext cx="1030778" cy="665018"/>
            </a:xfrm>
            <a:prstGeom prst="roundRect">
              <a:avLst/>
            </a:prstGeom>
            <a:noFill/>
            <a:ln w="38100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15AC93C-0FAA-3A8E-D203-713A5B350BF3}"/>
              </a:ext>
            </a:extLst>
          </p:cNvPr>
          <p:cNvGrpSpPr/>
          <p:nvPr/>
        </p:nvGrpSpPr>
        <p:grpSpPr>
          <a:xfrm>
            <a:off x="137006" y="1311694"/>
            <a:ext cx="10077927" cy="3839120"/>
            <a:chOff x="1210757" y="1297689"/>
            <a:chExt cx="10744518" cy="4093053"/>
          </a:xfrm>
        </p:grpSpPr>
        <p:pic>
          <p:nvPicPr>
            <p:cNvPr id="1026" name="Picture 2" descr="RNN과 LSTM을 이해해보자! · ratsgo's blog">
              <a:extLst>
                <a:ext uri="{FF2B5EF4-FFF2-40B4-BE49-F238E27FC236}">
                  <a16:creationId xmlns:a16="http://schemas.microsoft.com/office/drawing/2014/main" id="{AF4FAD83-DBE2-D1A5-D3B0-9FBE8CC523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1607"/>
            <a:stretch/>
          </p:blipFill>
          <p:spPr bwMode="auto">
            <a:xfrm>
              <a:off x="1210757" y="1297689"/>
              <a:ext cx="10744518" cy="4093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2D7D0E-A84D-B342-E3C1-0A0916FF75A8}"/>
                </a:ext>
              </a:extLst>
            </p:cNvPr>
            <p:cNvSpPr txBox="1"/>
            <p:nvPr/>
          </p:nvSpPr>
          <p:spPr>
            <a:xfrm>
              <a:off x="3829265" y="3450128"/>
              <a:ext cx="43059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>
                  <a:solidFill>
                    <a:srgbClr val="FF0000"/>
                  </a:solidFill>
                  <a:ea typeface="Source Han Sans KR Bold" panose="020B0800000000000000" pitchFamily="34" charset="-128"/>
                </a:rPr>
                <a:t>단기 기억</a:t>
              </a:r>
            </a:p>
          </p:txBody>
        </p:sp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4472462B-DD88-8223-B778-5BC620514620}"/>
                </a:ext>
              </a:extLst>
            </p:cNvPr>
            <p:cNvSpPr/>
            <p:nvPr/>
          </p:nvSpPr>
          <p:spPr>
            <a:xfrm>
              <a:off x="4289364" y="2742241"/>
              <a:ext cx="1030778" cy="665018"/>
            </a:xfrm>
            <a:prstGeom prst="roundRect">
              <a:avLst/>
            </a:prstGeom>
            <a:noFill/>
            <a:ln w="38100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9C32AA07-BED6-6218-4FA5-16D2E5B513E2}"/>
              </a:ext>
            </a:extLst>
          </p:cNvPr>
          <p:cNvCxnSpPr>
            <a:cxnSpLocks/>
          </p:cNvCxnSpPr>
          <p:nvPr/>
        </p:nvCxnSpPr>
        <p:spPr>
          <a:xfrm>
            <a:off x="10457414" y="1311694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343F72A-A3F0-1B6C-99B6-7C74E3E93331}"/>
              </a:ext>
            </a:extLst>
          </p:cNvPr>
          <p:cNvSpPr txBox="1"/>
          <p:nvPr/>
        </p:nvSpPr>
        <p:spPr>
          <a:xfrm>
            <a:off x="10796530" y="1444694"/>
            <a:ext cx="6855425" cy="1141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RNN</a:t>
            </a: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과 차이</a:t>
            </a:r>
            <a:endParaRPr kumimoji="1" lang="en-US" altLang="ko-KR" sz="2400" b="1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(Forget Gate)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과거 정보 중 잊을 정보를 결정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DF4BB7-C00F-7FA6-A18E-CACE6A94B8B5}"/>
              </a:ext>
            </a:extLst>
          </p:cNvPr>
          <p:cNvSpPr txBox="1"/>
          <p:nvPr/>
        </p:nvSpPr>
        <p:spPr>
          <a:xfrm>
            <a:off x="10796530" y="2519180"/>
            <a:ext cx="6855425" cy="587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(Cell State)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과거 정보를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더 오랫동안 기억</a:t>
            </a:r>
            <a:r>
              <a:rPr kumimoji="1" lang="ko-KR" altLang="en-US" sz="16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223747E9-1DD3-F81D-6EE5-7C1D07C099FE}"/>
              </a:ext>
            </a:extLst>
          </p:cNvPr>
          <p:cNvSpPr/>
          <p:nvPr/>
        </p:nvSpPr>
        <p:spPr>
          <a:xfrm>
            <a:off x="10872114" y="3428172"/>
            <a:ext cx="406556" cy="312552"/>
          </a:xfrm>
          <a:prstGeom prst="rightArrow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95EA40-E435-6A31-A701-4578D26C0794}"/>
              </a:ext>
            </a:extLst>
          </p:cNvPr>
          <p:cNvSpPr txBox="1"/>
          <p:nvPr/>
        </p:nvSpPr>
        <p:spPr>
          <a:xfrm>
            <a:off x="11461549" y="3377753"/>
            <a:ext cx="502088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sz="2400">
                <a:solidFill>
                  <a:sysClr val="windowText" lastClr="000000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기존 </a:t>
            </a:r>
            <a:r>
              <a:rPr kumimoji="1" lang="en-US" altLang="ko-KR" sz="2400">
                <a:solidFill>
                  <a:sysClr val="windowText" lastClr="000000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RNN</a:t>
            </a:r>
            <a:r>
              <a:rPr kumimoji="1" lang="ko-KR" altLang="en-US" sz="2400">
                <a:solidFill>
                  <a:sysClr val="windowText" lastClr="000000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의 장기 의존성 문제 해결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7C7930-C949-A50F-4B4D-1875CDE467ED}"/>
              </a:ext>
            </a:extLst>
          </p:cNvPr>
          <p:cNvSpPr txBox="1"/>
          <p:nvPr/>
        </p:nvSpPr>
        <p:spPr>
          <a:xfrm>
            <a:off x="10752833" y="3994116"/>
            <a:ext cx="6855425" cy="3357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이상치 탐지</a:t>
            </a:r>
            <a:endParaRPr kumimoji="1" lang="en-US" altLang="ko-KR" sz="2400" b="1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학습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정상 데이터로 모델 학습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예측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이전 값들을 바탕으로 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예측값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생성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오차 계산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 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실제값과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예측값의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오차 계산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임계값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설정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오차를 바탕으로 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임계값을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설정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이상치 탐지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 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임계값을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기준으로 이상치 판단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7679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63DC9-CDB7-60E6-C14E-FE9D4245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B416774-2F69-58A8-864F-2982ACD0C327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C7D1D78-A1AF-6B9D-F9C6-9A5CF3AA0A7D}"/>
              </a:ext>
            </a:extLst>
          </p:cNvPr>
          <p:cNvSpPr txBox="1"/>
          <p:nvPr/>
        </p:nvSpPr>
        <p:spPr>
          <a:xfrm>
            <a:off x="757128" y="-135122"/>
            <a:ext cx="9457804" cy="727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 err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Anomaly</a:t>
            </a:r>
            <a:r>
              <a:rPr lang="ko-KR" altLang="en-US" sz="2800" b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 </a:t>
            </a:r>
            <a:r>
              <a:rPr lang="ko-KR" altLang="en-US" sz="2800" b="1" err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Detection</a:t>
            </a:r>
            <a:r>
              <a:rPr lang="ko-KR" altLang="en-US" sz="2800" b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 </a:t>
            </a:r>
            <a:r>
              <a:rPr lang="ko-KR" altLang="en-US" sz="2800" b="1" err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using</a:t>
            </a:r>
            <a:r>
              <a:rPr lang="ko-KR" altLang="en-US" sz="2800" b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 </a:t>
            </a:r>
            <a:r>
              <a:rPr lang="ko-KR" altLang="en-US" sz="2800" b="1" err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LSTMs</a:t>
            </a:r>
            <a:endParaRPr lang="ko-KR" altLang="en-US" sz="2800" b="1">
              <a:solidFill>
                <a:srgbClr val="EB1D26"/>
              </a:solidFill>
              <a:latin typeface="+mj-lt"/>
              <a:ea typeface="Source Han Sans KR Bold"/>
              <a:cs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BDFC87E-8B0F-A9DF-301E-8C86DBE519C8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8F370794-1EE7-67D2-02D9-9505BB12AB26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23B4BC19-0CCD-F5F6-AA80-44A7D8A55658}"/>
                </a:ext>
              </a:extLst>
            </p:cNvPr>
            <p:cNvSpPr txBox="1"/>
            <p:nvPr/>
          </p:nvSpPr>
          <p:spPr>
            <a:xfrm>
              <a:off x="900917" y="1226520"/>
              <a:ext cx="1429926" cy="22104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1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DA327DA-6158-E5B1-9D68-2C63FC076501}"/>
              </a:ext>
            </a:extLst>
          </p:cNvPr>
          <p:cNvSpPr txBox="1"/>
          <p:nvPr/>
        </p:nvSpPr>
        <p:spPr>
          <a:xfrm>
            <a:off x="991342" y="712140"/>
            <a:ext cx="1360849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2400">
                <a:latin typeface="Source Han Sans KR Bold" panose="020B0800000000000000" pitchFamily="34" charset="-128"/>
                <a:ea typeface="Source Han Sans KR Bold" panose="020B0800000000000000" pitchFamily="34" charset="-128"/>
                <a:cs typeface="Calibri"/>
              </a:rPr>
              <a:t>Telemetry Value Prediction with LSTMs</a:t>
            </a:r>
            <a:endParaRPr lang="ko-KR" altLang="en-US" sz="2400">
              <a:effectLst/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0C66B01-B2E0-9006-0CB5-FA373226233C}"/>
              </a:ext>
            </a:extLst>
          </p:cNvPr>
          <p:cNvSpPr/>
          <p:nvPr/>
        </p:nvSpPr>
        <p:spPr>
          <a:xfrm>
            <a:off x="602546" y="7543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C8805-46FD-0281-610C-902CD3A1B6C2}"/>
              </a:ext>
            </a:extLst>
          </p:cNvPr>
          <p:cNvSpPr txBox="1"/>
          <p:nvPr/>
        </p:nvSpPr>
        <p:spPr>
          <a:xfrm>
            <a:off x="2790162" y="2481766"/>
            <a:ext cx="15376746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ko-KR" altLang="en-US" sz="2900">
              <a:latin typeface="Source Han Sans KR Medium" panose="020B0600000000000000" pitchFamily="34" charset="-128"/>
              <a:ea typeface="Source Han Sans KR Medium" panose="020B0600000000000000" pitchFamily="34" charset="-128"/>
              <a:cs typeface="Calibri"/>
            </a:endParaRPr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095F4109-2A53-C281-A4B2-935DAA045CFE}"/>
              </a:ext>
            </a:extLst>
          </p:cNvPr>
          <p:cNvCxnSpPr>
            <a:cxnSpLocks/>
          </p:cNvCxnSpPr>
          <p:nvPr/>
        </p:nvCxnSpPr>
        <p:spPr>
          <a:xfrm>
            <a:off x="10457414" y="1311694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84B895-B384-47E4-D6C8-5E5088C157DD}"/>
              </a:ext>
            </a:extLst>
          </p:cNvPr>
          <p:cNvSpPr txBox="1"/>
          <p:nvPr/>
        </p:nvSpPr>
        <p:spPr>
          <a:xfrm>
            <a:off x="10779904" y="1550123"/>
            <a:ext cx="6855425" cy="2803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Single-Channel Models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다변량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데이터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(Telemetry Values)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를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한 모델에 입력할 경우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,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정확도가 떨어짐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한 모델에 하나의 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feature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를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적용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세부적인 계산 및 분석이 가능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35D0D2E-74DD-CA75-13FF-ECD8BAFB087B}"/>
                  </a:ext>
                </a:extLst>
              </p:cNvPr>
              <p:cNvSpPr txBox="1"/>
              <p:nvPr/>
            </p:nvSpPr>
            <p:spPr>
              <a:xfrm>
                <a:off x="10779904" y="4482991"/>
                <a:ext cx="6855425" cy="3911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400" b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Values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Source Han Sans KR Medium" panose="020B0600000000000000" pitchFamily="34" charset="-128"/>
                      </a:rPr>
                      <m:t>𝑋</m:t>
                    </m:r>
                  </m:oMath>
                </a14:m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: </a:t>
                </a:r>
                <a:r>
                  <a:rPr kumimoji="1" lang="ko-KR" altLang="en-US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시계열 데이터셋</a:t>
                </a:r>
                <a:endPara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400" b="1">
                    <a:latin typeface="+mj-ea"/>
                    <a:ea typeface="+mj-ea"/>
                  </a:rPr>
                  <a:t>e</a:t>
                </a:r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: </a:t>
                </a:r>
                <a:r>
                  <a:rPr kumimoji="1" lang="ko-KR" altLang="en-US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오차</a:t>
                </a:r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(e) vector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Source Han Sans KR Medium" panose="020B0600000000000000" pitchFamily="34" charset="-128"/>
                      </a:rPr>
                      <m:t>𝑦</m:t>
                    </m:r>
                  </m:oMath>
                </a14:m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: </a:t>
                </a:r>
                <a:r>
                  <a:rPr kumimoji="1" lang="ko-KR" altLang="en-US" sz="2400" err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실제값</a:t>
                </a:r>
                <a:endPara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Source Han Sans KR Medium" panose="020B0600000000000000" pitchFamily="34" charset="-128"/>
                          </a:rPr>
                        </m:ctrlPr>
                      </m:accPr>
                      <m:e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Source Han Sans KR Medium" panose="020B0600000000000000" pitchFamily="34" charset="-128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: </a:t>
                </a:r>
                <a:r>
                  <a:rPr kumimoji="1" lang="ko-KR" altLang="en-US" sz="2400" err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예측값</a:t>
                </a:r>
                <a:endPara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i="1" smtClean="0">
                            <a:latin typeface="Cambria Math" panose="02040503050406030204" pitchFamily="18" charset="0"/>
                            <a:ea typeface="Source Han Sans KR Medium" panose="020B0600000000000000" pitchFamily="34" charset="-128"/>
                          </a:rPr>
                        </m:ctrlPr>
                      </m:sSubPr>
                      <m:e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Source Han Sans KR Medium" panose="020B0600000000000000" pitchFamily="34" charset="-128"/>
                          </a:rPr>
                          <m:t>𝑙</m:t>
                        </m:r>
                      </m:e>
                      <m:sub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Source Han Sans KR Medium" panose="020B0600000000000000" pitchFamily="34" charset="-128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: </a:t>
                </a:r>
                <a:r>
                  <a:rPr kumimoji="1" lang="ko-KR" altLang="en-US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시퀀스 길이</a:t>
                </a:r>
                <a:endPara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Source Han Sans KR Medium" panose="020B0600000000000000" pitchFamily="34" charset="-128"/>
                      </a:rPr>
                      <m:t>h</m:t>
                    </m:r>
                  </m:oMath>
                </a14:m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 : </a:t>
                </a:r>
                <a:r>
                  <a:rPr kumimoji="1" lang="ko-KR" altLang="en-US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과거 정보를 반영할 최대 길이</a:t>
                </a:r>
                <a:endPara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35D0D2E-74DD-CA75-13FF-ECD8BAFB0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9904" y="4482991"/>
                <a:ext cx="6855425" cy="3911007"/>
              </a:xfrm>
              <a:prstGeom prst="rect">
                <a:avLst/>
              </a:prstGeom>
              <a:blipFill>
                <a:blip r:embed="rId5"/>
                <a:stretch>
                  <a:fillRect l="-1156" b="-20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그림 25" descr="텍스트, 도표, 평면도, 스케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6DD5F80-E839-B1F4-7F2D-FECE9A9F9F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43" y="1436336"/>
            <a:ext cx="9379861" cy="5529726"/>
          </a:xfrm>
          <a:prstGeom prst="rect">
            <a:avLst/>
          </a:prstGeom>
        </p:spPr>
      </p:pic>
      <p:sp>
        <p:nvSpPr>
          <p:cNvPr id="4" name="모서리가 둥근 직사각형 16">
            <a:extLst>
              <a:ext uri="{FF2B5EF4-FFF2-40B4-BE49-F238E27FC236}">
                <a16:creationId xmlns:a16="http://schemas.microsoft.com/office/drawing/2014/main" id="{25C05814-C5C0-9925-141A-6AD759009D7D}"/>
              </a:ext>
            </a:extLst>
          </p:cNvPr>
          <p:cNvSpPr/>
          <p:nvPr/>
        </p:nvSpPr>
        <p:spPr>
          <a:xfrm>
            <a:off x="6366529" y="5032413"/>
            <a:ext cx="3147585" cy="894474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7AB85310-8C34-9851-C73E-7DC67BDE13AF}"/>
              </a:ext>
            </a:extLst>
          </p:cNvPr>
          <p:cNvSpPr/>
          <p:nvPr/>
        </p:nvSpPr>
        <p:spPr>
          <a:xfrm>
            <a:off x="2959300" y="6172303"/>
            <a:ext cx="4649812" cy="894474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7562A2-2CA5-2B05-FBF5-DA157BAB5587}"/>
              </a:ext>
            </a:extLst>
          </p:cNvPr>
          <p:cNvSpPr txBox="1"/>
          <p:nvPr/>
        </p:nvSpPr>
        <p:spPr>
          <a:xfrm>
            <a:off x="121092" y="2707296"/>
            <a:ext cx="1621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시계열 데이터</a:t>
            </a:r>
          </a:p>
        </p:txBody>
      </p:sp>
    </p:spTree>
    <p:extLst>
      <p:ext uri="{BB962C8B-B14F-4D97-AF65-F5344CB8AC3E}">
        <p14:creationId xmlns:p14="http://schemas.microsoft.com/office/powerpoint/2010/main" val="1546770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A6522-8A10-5516-04A1-4DCAB839B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C74373-3924-B711-5434-3717F234ACA6}"/>
              </a:ext>
            </a:extLst>
          </p:cNvPr>
          <p:cNvSpPr txBox="1"/>
          <p:nvPr/>
        </p:nvSpPr>
        <p:spPr>
          <a:xfrm>
            <a:off x="10779904" y="1224083"/>
            <a:ext cx="6855425" cy="2803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기존 오차 </a:t>
            </a: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vector</a:t>
            </a: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기존 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LSTM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기반 모델은 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spike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값을 잘 예측하지 못함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따라서 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e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를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사용할 경우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,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정상적인 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spike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라 하더라도 비정상으로 분류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67F4243-34DC-A03E-E3DF-95FF15BD6996}"/>
                  </a:ext>
                </a:extLst>
              </p:cNvPr>
              <p:cNvSpPr txBox="1"/>
              <p:nvPr/>
            </p:nvSpPr>
            <p:spPr>
              <a:xfrm>
                <a:off x="10758055" y="4259568"/>
                <a:ext cx="7130933" cy="4635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400" b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smoothing </a:t>
                </a:r>
                <a:r>
                  <a:rPr kumimoji="1" lang="ko-KR" altLang="en-US" sz="2400" b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후 오차 </a:t>
                </a:r>
                <a:r>
                  <a:rPr kumimoji="1" lang="en-US" altLang="ko-KR" sz="2400" b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vector</a:t>
                </a:r>
                <a:r>
                  <a:rPr kumimoji="1" lang="ko-KR" altLang="en-US" sz="2400" b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800" b="1" i="1" smtClean="0">
                            <a:latin typeface="Cambria Math" panose="02040503050406030204" pitchFamily="18" charset="0"/>
                            <a:ea typeface="Source Han Sans KR Medium" panose="020B0600000000000000" pitchFamily="34" charset="-128"/>
                          </a:rPr>
                        </m:ctrlPr>
                      </m:sSubPr>
                      <m:e>
                        <m:r>
                          <a:rPr kumimoji="1" lang="en-US" altLang="ko-KR" sz="2800" b="1" i="0" smtClean="0">
                            <a:latin typeface="Cambria Math" panose="02040503050406030204" pitchFamily="18" charset="0"/>
                            <a:ea typeface="Source Han Sans KR Medium" panose="020B0600000000000000" pitchFamily="34" charset="-128"/>
                          </a:rPr>
                          <m:t>𝐞</m:t>
                        </m:r>
                      </m:e>
                      <m:sub>
                        <m:r>
                          <a:rPr kumimoji="1" lang="en-US" altLang="ko-KR" sz="2800" b="1" i="0" smtClean="0">
                            <a:latin typeface="Cambria Math" panose="02040503050406030204" pitchFamily="18" charset="0"/>
                            <a:ea typeface="Source Han Sans KR Medium" panose="020B0600000000000000" pitchFamily="34" charset="-128"/>
                          </a:rPr>
                          <m:t>𝐬</m:t>
                        </m:r>
                      </m:sub>
                    </m:sSub>
                  </m:oMath>
                </a14:m>
                <a:endParaRPr kumimoji="1" lang="en-US" altLang="ko-KR" sz="2400" b="1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EWMA(Exponential Weighted Average Smoothing)</a:t>
                </a:r>
                <a:r>
                  <a:rPr kumimoji="1" lang="ko-KR" altLang="en-US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을 적용</a:t>
                </a:r>
                <a:endPara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EWMA</a:t>
                </a:r>
                <a:r>
                  <a:rPr kumimoji="1" lang="ko-KR" altLang="en-US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는 최근 오차일수록 더 큰 가중치를 부여해 </a:t>
                </a:r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spike</a:t>
                </a:r>
                <a:r>
                  <a:rPr kumimoji="1" lang="ko-KR" altLang="en-US" sz="2400" err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에</a:t>
                </a:r>
                <a:r>
                  <a:rPr kumimoji="1" lang="ko-KR" altLang="en-US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 빠르게 반응할 수 있음</a:t>
                </a:r>
                <a:endPara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800" i="1" smtClean="0">
                            <a:latin typeface="Cambria Math" panose="02040503050406030204" pitchFamily="18" charset="0"/>
                            <a:ea typeface="Source Han Sans KR Medium" panose="020B0600000000000000" pitchFamily="34" charset="-128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800" b="0" i="0" smtClean="0">
                            <a:latin typeface="Cambria Math" panose="02040503050406030204" pitchFamily="18" charset="0"/>
                            <a:ea typeface="Source Han Sans KR Medium" panose="020B0600000000000000" pitchFamily="34" charset="-128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800" b="0" i="0" smtClean="0">
                            <a:latin typeface="Cambria Math" panose="02040503050406030204" pitchFamily="18" charset="0"/>
                            <a:ea typeface="Source Han Sans KR Medium" panose="020B0600000000000000" pitchFamily="34" charset="-128"/>
                          </a:rPr>
                          <m:t>s</m:t>
                        </m:r>
                      </m:sub>
                    </m:sSub>
                  </m:oMath>
                </a14:m>
                <a:r>
                  <a:rPr kumimoji="1" lang="ko-KR" altLang="en-US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의 원소 </a:t>
                </a:r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e</a:t>
                </a:r>
                <a:r>
                  <a:rPr kumimoji="1" lang="ko-KR" altLang="en-US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가 </a:t>
                </a:r>
                <a:r>
                  <a:rPr kumimoji="1" lang="ko-KR" altLang="en-US" sz="2400" err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임계값을</a:t>
                </a:r>
                <a:r>
                  <a:rPr kumimoji="1" lang="ko-KR" altLang="en-US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 넘어가면 이상치로 분류</a:t>
                </a:r>
                <a:endPara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67F4243-34DC-A03E-E3DF-95FF15BD6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8055" y="4259568"/>
                <a:ext cx="7130933" cy="4635436"/>
              </a:xfrm>
              <a:prstGeom prst="rect">
                <a:avLst/>
              </a:prstGeom>
              <a:blipFill>
                <a:blip r:embed="rId3"/>
                <a:stretch>
                  <a:fillRect l="-1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utoShape 2">
            <a:extLst>
              <a:ext uri="{FF2B5EF4-FFF2-40B4-BE49-F238E27FC236}">
                <a16:creationId xmlns:a16="http://schemas.microsoft.com/office/drawing/2014/main" id="{C494FF41-D0FF-9697-26BA-AEE1EA2B2ABC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1B69B13-5849-2270-2EF2-EE078A5944BC}"/>
              </a:ext>
            </a:extLst>
          </p:cNvPr>
          <p:cNvSpPr txBox="1"/>
          <p:nvPr/>
        </p:nvSpPr>
        <p:spPr>
          <a:xfrm>
            <a:off x="757128" y="-135122"/>
            <a:ext cx="9457804" cy="727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en-US" altLang="ko-KR" sz="2800" b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Dynamic Error Thresholds</a:t>
            </a:r>
            <a:endParaRPr lang="ko-KR" altLang="en-US" sz="2800" b="1">
              <a:solidFill>
                <a:srgbClr val="EB1D26"/>
              </a:solidFill>
              <a:latin typeface="+mj-lt"/>
              <a:ea typeface="Source Han Sans KR Bold"/>
              <a:cs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FA35367-B314-DF8E-C539-C7709796D4E2}"/>
              </a:ext>
            </a:extLst>
          </p:cNvPr>
          <p:cNvGrpSpPr/>
          <p:nvPr/>
        </p:nvGrpSpPr>
        <p:grpSpPr>
          <a:xfrm>
            <a:off x="76200" y="-299174"/>
            <a:ext cx="545835" cy="870674"/>
            <a:chOff x="687867" y="1168165"/>
            <a:chExt cx="1915915" cy="3056122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7BC1D51D-1C7D-AF6D-231F-E6F4388104BB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8A584387-895A-900A-ED22-0A15498096FC}"/>
                </a:ext>
              </a:extLst>
            </p:cNvPr>
            <p:cNvSpPr txBox="1"/>
            <p:nvPr/>
          </p:nvSpPr>
          <p:spPr>
            <a:xfrm>
              <a:off x="725853" y="1168165"/>
              <a:ext cx="187792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2EE61D6-B687-8534-8CE0-34E04562D867}"/>
              </a:ext>
            </a:extLst>
          </p:cNvPr>
          <p:cNvSpPr txBox="1"/>
          <p:nvPr/>
        </p:nvSpPr>
        <p:spPr>
          <a:xfrm>
            <a:off x="991342" y="712140"/>
            <a:ext cx="1360849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2400">
                <a:latin typeface="Source Han Sans KR Bold" panose="020B0800000000000000" pitchFamily="34" charset="-128"/>
                <a:ea typeface="Source Han Sans KR Bold" panose="020B0800000000000000" pitchFamily="34" charset="-128"/>
                <a:cs typeface="Calibri"/>
              </a:rPr>
              <a:t>Errors and smoothing</a:t>
            </a:r>
            <a:endParaRPr lang="ko-KR" altLang="en-US" sz="2400">
              <a:effectLst/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1F14007-AD4B-455C-F648-72C7B71FED41}"/>
              </a:ext>
            </a:extLst>
          </p:cNvPr>
          <p:cNvSpPr/>
          <p:nvPr/>
        </p:nvSpPr>
        <p:spPr>
          <a:xfrm>
            <a:off x="602546" y="7543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F49CC3-C068-2300-0422-CAF8E79898EB}"/>
              </a:ext>
            </a:extLst>
          </p:cNvPr>
          <p:cNvSpPr txBox="1"/>
          <p:nvPr/>
        </p:nvSpPr>
        <p:spPr>
          <a:xfrm>
            <a:off x="2790162" y="2481766"/>
            <a:ext cx="15376746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ko-KR" altLang="en-US" sz="2900">
              <a:latin typeface="Source Han Sans KR Medium" panose="020B0600000000000000" pitchFamily="34" charset="-128"/>
              <a:ea typeface="Source Han Sans KR Medium" panose="020B0600000000000000" pitchFamily="34" charset="-128"/>
              <a:cs typeface="Calibri"/>
            </a:endParaRPr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0C1ABEB6-C951-A286-656A-FB0246E66E22}"/>
              </a:ext>
            </a:extLst>
          </p:cNvPr>
          <p:cNvCxnSpPr>
            <a:cxnSpLocks/>
          </p:cNvCxnSpPr>
          <p:nvPr/>
        </p:nvCxnSpPr>
        <p:spPr>
          <a:xfrm>
            <a:off x="10457414" y="1311694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Exponentially Weighted Moving Averages">
            <a:extLst>
              <a:ext uri="{FF2B5EF4-FFF2-40B4-BE49-F238E27FC236}">
                <a16:creationId xmlns:a16="http://schemas.microsoft.com/office/drawing/2014/main" id="{19D0D3F3-DCC5-1F91-81EB-B54437B86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601" y="1108581"/>
            <a:ext cx="7317874" cy="378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8CD3988-4C0E-0A89-D960-425D14D3AB08}"/>
              </a:ext>
            </a:extLst>
          </p:cNvPr>
          <p:cNvSpPr txBox="1"/>
          <p:nvPr/>
        </p:nvSpPr>
        <p:spPr>
          <a:xfrm>
            <a:off x="3738042" y="4993453"/>
            <a:ext cx="3920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&lt;</a:t>
            </a:r>
            <a:r>
              <a:rPr kumimoji="1" lang="en-US" altLang="ko-KR" sz="2000" b="1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e</a:t>
            </a:r>
            <a:r>
              <a:rPr kumimoji="1" lang="en-US" altLang="ko-KR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(Smoothing </a:t>
            </a:r>
            <a:r>
              <a:rPr kumimoji="1" lang="ko-KR" altLang="en-US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전 기존 오차 벡터</a:t>
            </a:r>
            <a:r>
              <a:rPr kumimoji="1" lang="en-US" altLang="ko-KR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)&gt;</a:t>
            </a:r>
            <a:endParaRPr kumimoji="1" lang="ko-KR" altLang="en-US"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4864BE0-0FB1-AE2C-635F-819124E9C1A8}"/>
                  </a:ext>
                </a:extLst>
              </p:cNvPr>
              <p:cNvSpPr txBox="1"/>
              <p:nvPr/>
            </p:nvSpPr>
            <p:spPr>
              <a:xfrm>
                <a:off x="3921119" y="9263453"/>
                <a:ext cx="3920048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b="1">
                    <a:ea typeface="Source Han Sans KR Bold" panose="020B0800000000000000" pitchFamily="34" charset="-128"/>
                  </a:rPr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  <a:ea typeface="+mj-ea"/>
                          </a:rPr>
                          <m:t>𝐞</m:t>
                        </m:r>
                      </m:e>
                      <m:sub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  <a:ea typeface="+mj-ea"/>
                          </a:rPr>
                          <m:t>𝐬</m:t>
                        </m:r>
                      </m:sub>
                    </m:sSub>
                  </m:oMath>
                </a14:m>
                <a:r>
                  <a:rPr kumimoji="1" lang="en-US" altLang="ko-KR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 (Smoothing </a:t>
                </a:r>
                <a:r>
                  <a:rPr kumimoji="1" lang="ko-KR" altLang="en-US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후 오차 벡터</a:t>
                </a:r>
                <a:r>
                  <a:rPr kumimoji="1" lang="en-US" altLang="ko-KR">
                    <a:latin typeface="Source Han Sans KR Bold" panose="020B0800000000000000" pitchFamily="34" charset="-128"/>
                    <a:ea typeface="Source Han Sans KR Bold" panose="020B0800000000000000" pitchFamily="34" charset="-128"/>
                  </a:rPr>
                  <a:t>)&gt;</a:t>
                </a:r>
                <a:endParaRPr kumimoji="1" lang="ko-KR" altLang="en-US">
                  <a:latin typeface="Source Han Sans KR Bold" panose="020B0800000000000000" pitchFamily="34" charset="-128"/>
                  <a:ea typeface="Source Han Sans KR Bold" panose="020B0800000000000000" pitchFamily="34" charset="-128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4864BE0-0FB1-AE2C-635F-819124E9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119" y="9263453"/>
                <a:ext cx="3920048" cy="392993"/>
              </a:xfrm>
              <a:prstGeom prst="rect">
                <a:avLst/>
              </a:prstGeom>
              <a:blipFill>
                <a:blip r:embed="rId7"/>
                <a:stretch>
                  <a:fillRect l="-1244" t="-9375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012DD6E5-261B-6104-A2C4-FD11B93E72B4}"/>
              </a:ext>
            </a:extLst>
          </p:cNvPr>
          <p:cNvSpPr txBox="1"/>
          <p:nvPr/>
        </p:nvSpPr>
        <p:spPr>
          <a:xfrm>
            <a:off x="1210757" y="9917668"/>
            <a:ext cx="818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/>
              <a:t>출처</a:t>
            </a:r>
            <a:r>
              <a:rPr kumimoji="1" lang="en-US" altLang="ko-KR"/>
              <a:t>: https://napsterinblue.github.io/notes/stats/techniques/ewma/ewma_2_1.png</a:t>
            </a:r>
            <a:endParaRPr kumimoji="1" lang="ko-KR" altLang="en-US"/>
          </a:p>
        </p:txBody>
      </p:sp>
      <p:pic>
        <p:nvPicPr>
          <p:cNvPr id="9" name="그림 8" descr="스크린샷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FFD0542-73DB-B3BD-735C-4E26C48CCE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601" y="5411568"/>
            <a:ext cx="7317874" cy="378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52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0868AD-4B58-6F90-4D08-973E211C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35EF7F4-EEBA-9B9E-03D5-28AFE03CF7AE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7FD6D83-B1C7-319C-54A2-D62139F15C3B}"/>
              </a:ext>
            </a:extLst>
          </p:cNvPr>
          <p:cNvSpPr txBox="1"/>
          <p:nvPr/>
        </p:nvSpPr>
        <p:spPr>
          <a:xfrm>
            <a:off x="757128" y="-135122"/>
            <a:ext cx="9457804" cy="727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en-US" altLang="ko-KR" sz="2800" b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Dynamic Error Thresholds</a:t>
            </a:r>
            <a:endParaRPr lang="ko-KR" altLang="en-US" sz="2800" b="1">
              <a:solidFill>
                <a:srgbClr val="EB1D26"/>
              </a:solidFill>
              <a:latin typeface="+mj-lt"/>
              <a:ea typeface="Source Han Sans KR Bold"/>
              <a:cs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1CEE172-B1B1-C82C-9C9E-CA8B31E56747}"/>
              </a:ext>
            </a:extLst>
          </p:cNvPr>
          <p:cNvGrpSpPr/>
          <p:nvPr/>
        </p:nvGrpSpPr>
        <p:grpSpPr>
          <a:xfrm>
            <a:off x="76200" y="-299174"/>
            <a:ext cx="545835" cy="870674"/>
            <a:chOff x="687867" y="1168165"/>
            <a:chExt cx="1915915" cy="3056122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7A3B7422-A790-3728-A1E4-D857112C2337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EDB68C8D-3F48-E441-1EC1-0D6633C6BC34}"/>
                </a:ext>
              </a:extLst>
            </p:cNvPr>
            <p:cNvSpPr txBox="1"/>
            <p:nvPr/>
          </p:nvSpPr>
          <p:spPr>
            <a:xfrm>
              <a:off x="725853" y="1168165"/>
              <a:ext cx="187792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9A5E0B1-7C42-E03C-DBA9-483C85B71981}"/>
              </a:ext>
            </a:extLst>
          </p:cNvPr>
          <p:cNvSpPr txBox="1"/>
          <p:nvPr/>
        </p:nvSpPr>
        <p:spPr>
          <a:xfrm>
            <a:off x="991342" y="712140"/>
            <a:ext cx="1360849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2400">
                <a:latin typeface="Source Han Sans KR Bold" panose="020B0800000000000000" pitchFamily="34" charset="-128"/>
                <a:ea typeface="Source Han Sans KR Bold" panose="020B0800000000000000" pitchFamily="34" charset="-128"/>
                <a:cs typeface="Calibri"/>
              </a:rPr>
              <a:t>Threshold calculation &amp; </a:t>
            </a:r>
            <a:r>
              <a:rPr lang="en-US" altLang="ko-KR" sz="2400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Anomaly scoring</a:t>
            </a:r>
            <a:r>
              <a:rPr lang="en-US" altLang="ko-KR" sz="2400">
                <a:latin typeface="Source Han Sans KR Bold" panose="020B0800000000000000" pitchFamily="34" charset="-128"/>
                <a:ea typeface="Source Han Sans KR Bold" panose="020B0800000000000000" pitchFamily="34" charset="-128"/>
                <a:cs typeface="Calibri"/>
              </a:rPr>
              <a:t> </a:t>
            </a:r>
            <a:endParaRPr lang="ko-KR" altLang="en-US" sz="2400">
              <a:effectLst/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5EC81FF-4786-275C-A585-4F47A952584D}"/>
              </a:ext>
            </a:extLst>
          </p:cNvPr>
          <p:cNvSpPr/>
          <p:nvPr/>
        </p:nvSpPr>
        <p:spPr>
          <a:xfrm>
            <a:off x="602546" y="7543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6F2AE-76F9-245C-4E22-EDD1073F41F5}"/>
              </a:ext>
            </a:extLst>
          </p:cNvPr>
          <p:cNvSpPr txBox="1"/>
          <p:nvPr/>
        </p:nvSpPr>
        <p:spPr>
          <a:xfrm>
            <a:off x="2790162" y="2481766"/>
            <a:ext cx="15376746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ko-KR" altLang="en-US" sz="2900">
              <a:latin typeface="Source Han Sans KR Medium" panose="020B0600000000000000" pitchFamily="34" charset="-128"/>
              <a:ea typeface="Source Han Sans KR Medium" panose="020B0600000000000000" pitchFamily="34" charset="-128"/>
              <a:cs typeface="Calibri"/>
            </a:endParaRPr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65040D06-A77B-41E0-8ADC-83ACB0F0A3D3}"/>
              </a:ext>
            </a:extLst>
          </p:cNvPr>
          <p:cNvCxnSpPr>
            <a:cxnSpLocks/>
          </p:cNvCxnSpPr>
          <p:nvPr/>
        </p:nvCxnSpPr>
        <p:spPr>
          <a:xfrm>
            <a:off x="10457414" y="1311694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3F816CC-CE5C-4959-49BB-454DAA6A805F}"/>
              </a:ext>
            </a:extLst>
          </p:cNvPr>
          <p:cNvGrpSpPr/>
          <p:nvPr/>
        </p:nvGrpSpPr>
        <p:grpSpPr>
          <a:xfrm>
            <a:off x="10779904" y="1224083"/>
            <a:ext cx="6855425" cy="4956806"/>
            <a:chOff x="10906297" y="1311694"/>
            <a:chExt cx="6855425" cy="49568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D38B9E-AC64-F7DB-997E-B75F9AEE52AF}"/>
                    </a:ext>
                  </a:extLst>
                </p:cNvPr>
                <p:cNvSpPr txBox="1"/>
                <p:nvPr/>
              </p:nvSpPr>
              <p:spPr>
                <a:xfrm>
                  <a:off x="10906297" y="1311694"/>
                  <a:ext cx="6855425" cy="29585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kumimoji="1" lang="ko-KR" altLang="en-US" sz="2400" b="1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임계값 후보</a:t>
                  </a:r>
                  <a14:m>
                    <m:oMath xmlns:m="http://schemas.openxmlformats.org/officeDocument/2006/math">
                      <m:r>
                        <a:rPr kumimoji="1" lang="en-US" altLang="ko-KR" sz="2800" b="1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 </m:t>
                      </m:r>
                      <m:r>
                        <a:rPr kumimoji="1" lang="en-US" altLang="ko-KR" sz="2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𝝐</m:t>
                      </m:r>
                    </m:oMath>
                  </a14:m>
                  <a:r>
                    <a:rPr kumimoji="1" lang="en-US" altLang="ko-KR" sz="2400" b="1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</a:t>
                  </a:r>
                  <a:r>
                    <a:rPr kumimoji="1" lang="ko-KR" altLang="en-US" sz="2400" b="1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구하는 과정</a:t>
                  </a:r>
                  <a:endParaRPr kumimoji="1" lang="en-US" altLang="ko-KR" sz="2400" b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kumimoji="1" lang="en-US" altLang="ko-KR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z </a:t>
                  </a:r>
                  <a:r>
                    <a:rPr kumimoji="1" lang="ko-KR" altLang="en-US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값에 따른 </a:t>
                  </a:r>
                  <a:r>
                    <a:rPr kumimoji="1" lang="ko-KR" altLang="en-US" sz="2400" err="1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임계값</a:t>
                  </a:r>
                  <a14:m>
                    <m:oMath xmlns:m="http://schemas.openxmlformats.org/officeDocument/2006/math">
                      <m:r>
                        <a:rPr kumimoji="1" lang="ko-KR" altLang="en-US" sz="2400" i="1" dirty="0" err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 </m:t>
                      </m:r>
                      <m:r>
                        <a:rPr kumimoji="1" lang="en-US" altLang="ko-KR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𝜖</m:t>
                      </m:r>
                    </m:oMath>
                  </a14:m>
                  <a:r>
                    <a:rPr kumimoji="1" lang="en-US" altLang="ko-KR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</a:t>
                  </a:r>
                  <a:r>
                    <a:rPr kumimoji="1" lang="ko-KR" altLang="en-US" sz="2400" err="1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를</a:t>
                  </a:r>
                  <a:r>
                    <a:rPr kumimoji="1" lang="ko-KR" altLang="en-US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계산</a:t>
                  </a:r>
                  <a:endPara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marL="1200150" lvl="2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kumimoji="1" lang="ko-KR" altLang="en-US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본 논문에서는 </a:t>
                  </a:r>
                  <a:r>
                    <a:rPr kumimoji="1" lang="en-US" altLang="ko-KR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z</a:t>
                  </a:r>
                  <a:r>
                    <a:rPr kumimoji="1" lang="ko-KR" altLang="en-US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의 범위를 </a:t>
                  </a:r>
                  <a:r>
                    <a:rPr kumimoji="1" lang="en-US" altLang="ko-KR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[2,10]</a:t>
                  </a:r>
                  <a:r>
                    <a:rPr kumimoji="1" lang="ko-KR" altLang="en-US" sz="2400" err="1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으로</a:t>
                  </a:r>
                  <a:r>
                    <a:rPr kumimoji="1" lang="ko-KR" altLang="en-US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설정</a:t>
                  </a:r>
                  <a:endPara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kumimoji="1" lang="en-US" altLang="ko-KR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𝜖</m:t>
                      </m:r>
                    </m:oMath>
                  </a14:m>
                  <a:r>
                    <a:rPr kumimoji="1" lang="ko-KR" altLang="en-US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수식 </a:t>
                  </a:r>
                  <a:r>
                    <a:rPr kumimoji="1" lang="en-US" altLang="ko-KR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value</a:t>
                  </a:r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endPara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D38B9E-AC64-F7DB-997E-B75F9AEE52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6297" y="1311694"/>
                  <a:ext cx="6855425" cy="2958567"/>
                </a:xfrm>
                <a:prstGeom prst="rect">
                  <a:avLst/>
                </a:prstGeom>
                <a:blipFill>
                  <a:blip r:embed="rId5"/>
                  <a:stretch>
                    <a:fillRect l="-1156" b="-226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5DE97BC-85A2-5FD0-9160-CAFC2C30F886}"/>
                    </a:ext>
                  </a:extLst>
                </p:cNvPr>
                <p:cNvSpPr txBox="1"/>
                <p:nvPr/>
              </p:nvSpPr>
              <p:spPr>
                <a:xfrm>
                  <a:off x="10906298" y="5127482"/>
                  <a:ext cx="6855424" cy="11410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endParaRPr kumimoji="1" lang="en-US" altLang="ko-KR" sz="2400" b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  <a:p>
                  <a:pPr marL="800100" lvl="1" indent="-34290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  <a:ea typeface="Source Han Sans KR Medium" panose="020B06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Source Han Sans KR Medium" panose="020B0600000000000000" pitchFamily="34" charset="-128"/>
                            </a:rPr>
                            <m:t>𝜖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Source Han Sans KR Medium" panose="020B0600000000000000" pitchFamily="34" charset="-128"/>
                            </a:rPr>
                            <m:t>𝑚𝑎𝑥</m:t>
                          </m:r>
                        </m:sub>
                      </m:sSub>
                    </m:oMath>
                  </a14:m>
                  <a:r>
                    <a:rPr kumimoji="1" lang="ko-KR" altLang="en-US" sz="2400" err="1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에</a:t>
                  </a:r>
                  <a:r>
                    <a:rPr kumimoji="1" lang="ko-KR" altLang="en-US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따른 </a:t>
                  </a:r>
                  <a:r>
                    <a:rPr kumimoji="1" lang="en-US" altLang="ko-KR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z</a:t>
                  </a:r>
                  <a:r>
                    <a:rPr kumimoji="1" lang="ko-KR" altLang="en-US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값으로</a:t>
                  </a:r>
                  <a:r>
                    <a:rPr kumimoji="1" lang="en-US" altLang="ko-KR" sz="2400">
                      <a:solidFill>
                        <a:prstClr val="black"/>
                      </a:solidFill>
                      <a:ea typeface="Source Han Sans KR Medium" panose="020B0600000000000000" pitchFamily="34" charset="-128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ko-KR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𝜖</m:t>
                      </m:r>
                      <m:r>
                        <a:rPr kumimoji="1" lang="en-US" altLang="ko-KR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Source Han Sans KR Medium" panose="020B0600000000000000" pitchFamily="34" charset="-128"/>
                        </a:rPr>
                        <m:t> </m:t>
                      </m:r>
                    </m:oMath>
                  </a14:m>
                  <a:r>
                    <a:rPr kumimoji="1" lang="ko-KR" altLang="en-US" sz="2400" err="1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를</a:t>
                  </a:r>
                  <a:r>
                    <a:rPr kumimoji="1" lang="ko-KR" altLang="en-US" sz="2400">
                      <a:latin typeface="Source Han Sans KR Medium" panose="020B0600000000000000" pitchFamily="34" charset="-128"/>
                      <a:ea typeface="Source Han Sans KR Medium" panose="020B0600000000000000" pitchFamily="34" charset="-128"/>
                    </a:rPr>
                    <a:t> 구함</a:t>
                  </a:r>
                  <a:endPara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5DE97BC-85A2-5FD0-9160-CAFC2C30F8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6298" y="5127482"/>
                  <a:ext cx="6855424" cy="1141018"/>
                </a:xfrm>
                <a:prstGeom prst="rect">
                  <a:avLst/>
                </a:prstGeom>
                <a:blipFill>
                  <a:blip r:embed="rId6"/>
                  <a:stretch>
                    <a:fillRect b="-96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99774CC6-CB83-9FC7-93B9-EC591E936A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822" y="2136036"/>
            <a:ext cx="7147070" cy="849652"/>
          </a:xfrm>
          <a:prstGeom prst="rect">
            <a:avLst/>
          </a:prstGeom>
        </p:spPr>
      </p:pic>
      <p:pic>
        <p:nvPicPr>
          <p:cNvPr id="8" name="그림 7" descr="텍스트, 폰트, 라인, 친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0188E35-151E-2B47-C9AF-A43B1D3E43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568" y="3903744"/>
            <a:ext cx="7706872" cy="1181936"/>
          </a:xfrm>
          <a:prstGeom prst="rect">
            <a:avLst/>
          </a:prstGeom>
        </p:spPr>
      </p:pic>
      <p:pic>
        <p:nvPicPr>
          <p:cNvPr id="10" name="그림 9" descr="텍스트, 폰트, 친필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ADCCCF8-0FF4-2B93-87F7-7BE938AC8E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1485" y="3812803"/>
            <a:ext cx="5876698" cy="17248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81748E-EDFE-9760-6CAC-68BA9C398EFF}"/>
                  </a:ext>
                </a:extLst>
              </p:cNvPr>
              <p:cNvSpPr txBox="1"/>
              <p:nvPr/>
            </p:nvSpPr>
            <p:spPr>
              <a:xfrm>
                <a:off x="796945" y="1293688"/>
                <a:ext cx="4340320" cy="1233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2400" err="1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임계값</a:t>
                </a:r>
                <a:r>
                  <a:rPr kumimoji="1" lang="ko-KR" altLang="en-US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 후보</a:t>
                </a:r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800" b="1" i="1" smtClean="0">
                        <a:latin typeface="Cambria Math" panose="02040503050406030204" pitchFamily="18" charset="0"/>
                        <a:ea typeface="Source Han Sans KR Medium" panose="020B0600000000000000" pitchFamily="34" charset="-128"/>
                      </a:rPr>
                      <m:t>𝝐</m:t>
                    </m:r>
                  </m:oMath>
                </a14:m>
                <a:endParaRPr kumimoji="1" lang="en-US" altLang="ko-KR" sz="2800" b="1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81748E-EDFE-9760-6CAC-68BA9C398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45" y="1293688"/>
                <a:ext cx="4340320" cy="1233992"/>
              </a:xfrm>
              <a:prstGeom prst="rect">
                <a:avLst/>
              </a:prstGeom>
              <a:blipFill>
                <a:blip r:embed="rId10"/>
                <a:stretch>
                  <a:fillRect l="-19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A05BB7-E6C9-E967-C6ED-155FAA2CEE62}"/>
                  </a:ext>
                </a:extLst>
              </p:cNvPr>
              <p:cNvSpPr txBox="1"/>
              <p:nvPr/>
            </p:nvSpPr>
            <p:spPr>
              <a:xfrm>
                <a:off x="796944" y="3040440"/>
                <a:ext cx="4340320" cy="1141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2400">
                    <a:ea typeface="Source Han Sans KR Medium" panose="020B0600000000000000" pitchFamily="34" charset="-128"/>
                  </a:rPr>
                  <a:t>최적 </a:t>
                </a:r>
                <a:r>
                  <a:rPr kumimoji="1" lang="ko-KR" altLang="en-US" sz="2400" err="1">
                    <a:ea typeface="Source Han Sans KR Medium" panose="020B0600000000000000" pitchFamily="34" charset="-128"/>
                  </a:rPr>
                  <a:t>임계값</a:t>
                </a:r>
                <a:r>
                  <a:rPr kumimoji="1" lang="ko-KR" altLang="en-US" sz="2400">
                    <a:ea typeface="Source Han Sans KR Medium" panose="020B06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Source Han Sans KR Medium" panose="020B0600000000000000" pitchFamily="34" charset="-128"/>
                      </a:rPr>
                      <m:t>𝜖</m:t>
                    </m:r>
                  </m:oMath>
                </a14:m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 </a:t>
                </a:r>
                <a:r>
                  <a:rPr kumimoji="1" lang="ko-KR" altLang="en-US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수식</a:t>
                </a:r>
                <a:r>
                  <a:rPr kumimoji="1" lang="en-US" altLang="ko-KR" sz="2400">
                    <a:latin typeface="Source Han Sans KR Medium" panose="020B0600000000000000" pitchFamily="34" charset="-128"/>
                    <a:ea typeface="Source Han Sans KR Medium" panose="020B0600000000000000" pitchFamily="34" charset="-128"/>
                  </a:rPr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A05BB7-E6C9-E967-C6ED-155FAA2CE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44" y="3040440"/>
                <a:ext cx="4340320" cy="1141659"/>
              </a:xfrm>
              <a:prstGeom prst="rect">
                <a:avLst/>
              </a:prstGeom>
              <a:blipFill>
                <a:blip r:embed="rId11"/>
                <a:stretch>
                  <a:fillRect l="-19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그림 13" descr="폰트, 텍스트, 화이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AC25B91-916B-8A23-03FD-8950BA450B1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162" y="6195754"/>
            <a:ext cx="5344417" cy="13522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DCA409A-AADD-EBF2-0664-B1E8EDE0896B}"/>
              </a:ext>
            </a:extLst>
          </p:cNvPr>
          <p:cNvSpPr txBox="1"/>
          <p:nvPr/>
        </p:nvSpPr>
        <p:spPr>
          <a:xfrm>
            <a:off x="796943" y="5121365"/>
            <a:ext cx="6667886" cy="1059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이상치 점수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(anomalous score)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산출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47BF39-7262-F3CF-90BA-A743BB458673}"/>
              </a:ext>
            </a:extLst>
          </p:cNvPr>
          <p:cNvSpPr txBox="1"/>
          <p:nvPr/>
        </p:nvSpPr>
        <p:spPr>
          <a:xfrm>
            <a:off x="10779904" y="6302255"/>
            <a:ext cx="6855425" cy="1141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이상치 점수</a:t>
            </a:r>
            <a:endParaRPr kumimoji="1" lang="en-US" altLang="ko-KR" sz="2400" b="1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점수가 높을 수록 이상치 정도가 심함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7738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A83CE-3596-85A0-51C3-A8DA9E5F8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CA81A10-0EEE-624D-9E0F-AF404A650B48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5C71956-FC4C-69CB-9128-F25FECC70DFD}"/>
              </a:ext>
            </a:extLst>
          </p:cNvPr>
          <p:cNvSpPr txBox="1"/>
          <p:nvPr/>
        </p:nvSpPr>
        <p:spPr>
          <a:xfrm>
            <a:off x="757128" y="-114300"/>
            <a:ext cx="11053872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Mitigating False Positives(False Positives </a:t>
            </a:r>
            <a:r>
              <a:rPr lang="ko-KR" alt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완화</a:t>
            </a: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)</a:t>
            </a:r>
            <a:endParaRPr lang="en-US" sz="2800" b="1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FBEB546-91B4-38B1-B392-5DFDE9FD620C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CD72D18E-13D8-2DC7-BD7C-EF831B996FD9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4F1CFA1C-7484-F5BE-8D29-4BD60AC1B6B3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7F94703-3298-B7C5-A908-1F2C271EC3CD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680B98C8-D604-5942-95D7-25006A4F63CE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58CB9518-12ED-46A9-A816-59C6E35D9D69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03</a:t>
              </a: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A979ADE8-0357-F76B-9286-DE10D580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27" y="1797217"/>
            <a:ext cx="8501169" cy="7629254"/>
          </a:xfrm>
          <a:prstGeom prst="rect">
            <a:avLst/>
          </a:prstGeom>
        </p:spPr>
      </p:pic>
      <p:sp>
        <p:nvSpPr>
          <p:cNvPr id="17" name="Freeform 11">
            <a:extLst>
              <a:ext uri="{FF2B5EF4-FFF2-40B4-BE49-F238E27FC236}">
                <a16:creationId xmlns:a16="http://schemas.microsoft.com/office/drawing/2014/main" id="{0B71B0BA-3575-0867-0D97-145B9D5F3ACC}"/>
              </a:ext>
            </a:extLst>
          </p:cNvPr>
          <p:cNvSpPr/>
          <p:nvPr/>
        </p:nvSpPr>
        <p:spPr>
          <a:xfrm>
            <a:off x="507222" y="754904"/>
            <a:ext cx="447629" cy="402596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A867A5-FA57-67CB-26E8-66D8BBDFCEEB}"/>
                  </a:ext>
                </a:extLst>
              </p:cNvPr>
              <p:cNvSpPr txBox="1"/>
              <p:nvPr/>
            </p:nvSpPr>
            <p:spPr>
              <a:xfrm>
                <a:off x="10156372" y="2247900"/>
                <a:ext cx="9159964" cy="2706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이상치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Pruning(Pruning Anomalies)</a:t>
                </a:r>
              </a:p>
              <a:p>
                <a:pPr marL="800100" lvl="1" indent="-342900">
                  <a:buAutoNum type="arabicPeriod"/>
                </a:pPr>
                <a:r>
                  <a:rPr lang="ko-KR" altLang="en-US" sz="2400" err="1">
                    <a:latin typeface="Source Han Sans KR Medium" panose="020B0600000101010101" charset="-127"/>
                    <a:ea typeface="Source Han Sans KR Medium" panose="020B0600000101010101" charset="-127"/>
                  </a:rPr>
                  <a:t>스무딩한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𝑠𝑒𝑞</m:t>
                        </m:r>
                      </m:sub>
                    </m:sSub>
                  </m:oMath>
                </a14:m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의 최대값들인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비교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pPr marL="800100" lvl="1" indent="-342900">
                  <a:buAutoNum type="arabicPeriod" startAt="2"/>
                </a:pP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임의로 정한 최소 퍼센트 감소율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(p)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지정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pPr marL="800100" lvl="1" indent="-342900">
                  <a:buAutoNum type="arabicPeriod" startAt="3"/>
                </a:pP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다음 최대값과 차이가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p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이상이면 해당 구간 이상치 유지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, </a:t>
                </a:r>
              </a:p>
              <a:p>
                <a:pPr lvl="1"/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p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이하면 정상치로 조정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pPr lvl="1"/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ex. (0.01396 – 0.01072) /  0.01396  =  0.23 ,   </a:t>
                </a:r>
              </a:p>
              <a:p>
                <a:pPr lvl="1"/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       0.23  &gt;  0.1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이므로 이상치 유지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A867A5-FA57-67CB-26E8-66D8BBDFC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6372" y="2247900"/>
                <a:ext cx="9159964" cy="2706190"/>
              </a:xfrm>
              <a:prstGeom prst="rect">
                <a:avLst/>
              </a:prstGeom>
              <a:blipFill>
                <a:blip r:embed="rId6"/>
                <a:stretch>
                  <a:fillRect l="-865" t="-2027" b="-40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3491CD1-D995-562E-07C2-5A59B6457418}"/>
              </a:ext>
            </a:extLst>
          </p:cNvPr>
          <p:cNvSpPr txBox="1"/>
          <p:nvPr/>
        </p:nvSpPr>
        <p:spPr>
          <a:xfrm>
            <a:off x="10156372" y="5787061"/>
            <a:ext cx="79030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Learning from History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해당 논문에서 사용한 데이터의 특성을 이용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비슷한 강도의 이상치가 동일 채널에서 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lvl="1"/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반복되지 않는다는 가정을 사용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이상치의 최소값을 정하고 이를 넘지 않는 이상치는 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lvl="1"/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전부 정상치로 조정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endParaRPr lang="ko-KR" altLang="en-US" sz="2400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  <p:cxnSp>
        <p:nvCxnSpPr>
          <p:cNvPr id="24" name="직선 연결선[R] 20">
            <a:extLst>
              <a:ext uri="{FF2B5EF4-FFF2-40B4-BE49-F238E27FC236}">
                <a16:creationId xmlns:a16="http://schemas.microsoft.com/office/drawing/2014/main" id="{EE0FE946-3565-A65F-C81B-162EEBEE02B2}"/>
              </a:ext>
            </a:extLst>
          </p:cNvPr>
          <p:cNvCxnSpPr>
            <a:cxnSpLocks/>
          </p:cNvCxnSpPr>
          <p:nvPr/>
        </p:nvCxnSpPr>
        <p:spPr>
          <a:xfrm>
            <a:off x="9858700" y="1377008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5F58641-1BC6-70C1-97BF-8F537D4E38B8}"/>
              </a:ext>
            </a:extLst>
          </p:cNvPr>
          <p:cNvSpPr txBox="1"/>
          <p:nvPr/>
        </p:nvSpPr>
        <p:spPr>
          <a:xfrm>
            <a:off x="990600" y="72390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Source Han Sans KR Medium" panose="020B0600000101010101" charset="-127"/>
                <a:ea typeface="Source Han Sans KR Medium" panose="020B0600000101010101" charset="-127"/>
              </a:rPr>
              <a:t>Pruning anomalies</a:t>
            </a:r>
            <a:endParaRPr lang="ko-KR" altLang="en-US" b="1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5230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8EA27-7AE3-EB63-B975-D10B31A12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13A33CC-9CBF-A493-0673-2ED3DC112F13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D728BF1-96D5-AB30-C93E-8B5CD8E5D2C2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Experiment &amp; Conclusion(</a:t>
            </a:r>
            <a:r>
              <a:rPr lang="ko-KR" alt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실험 준비</a:t>
            </a: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)</a:t>
            </a:r>
            <a:endParaRPr lang="en-US" sz="2800" b="1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C5EB4E2-E146-87BD-0BBC-D315B9358206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11C0E5BA-DF6B-372F-5CF4-D02114AA2D53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E42ECF30-BACA-8150-A234-B6D8238C6B7F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9C23FFB-E8E7-1DE0-2B0F-55EF97C21381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06FBE6E3-8F0F-A81A-7046-F774B7A266C5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538275C3-DB53-DDF8-93B2-BAB0FF754804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04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3F3B672-BC3C-8E4C-00EB-61F66223A42D}"/>
              </a:ext>
            </a:extLst>
          </p:cNvPr>
          <p:cNvSpPr txBox="1"/>
          <p:nvPr/>
        </p:nvSpPr>
        <p:spPr>
          <a:xfrm>
            <a:off x="810904" y="1551749"/>
            <a:ext cx="137051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데이터셋</a:t>
            </a:r>
            <a:endParaRPr kumimoji="1" lang="en-US" altLang="ko-KR" sz="2400" b="1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ISA(Incident/Surprise/Anomaly)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보고서의 데이터 사용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이상치는 수작업을 통해 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라벨링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진행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76837261-96D3-4D9E-67EC-4C3800FAD2C6}"/>
              </a:ext>
            </a:extLst>
          </p:cNvPr>
          <p:cNvSpPr/>
          <p:nvPr/>
        </p:nvSpPr>
        <p:spPr>
          <a:xfrm>
            <a:off x="422108" y="1539049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85775B-DF2A-720C-E161-CFA54B5E2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71359"/>
            <a:ext cx="5884353" cy="257694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3C98EB7-6644-5FB2-517F-C5679AF87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6430268"/>
            <a:ext cx="6262078" cy="3216587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0DF78903-A935-CB4E-89D8-7FC260EB897D}"/>
              </a:ext>
            </a:extLst>
          </p:cNvPr>
          <p:cNvSpPr/>
          <p:nvPr/>
        </p:nvSpPr>
        <p:spPr>
          <a:xfrm>
            <a:off x="356118" y="573682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81EB59-D089-BC9D-1A71-21F7B22F4446}"/>
              </a:ext>
            </a:extLst>
          </p:cNvPr>
          <p:cNvSpPr txBox="1"/>
          <p:nvPr/>
        </p:nvSpPr>
        <p:spPr>
          <a:xfrm>
            <a:off x="810904" y="5690005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latin typeface="Source Han Sans KR Medium" panose="020B0600000101010101" charset="-127"/>
                <a:ea typeface="Source Han Sans KR Medium" panose="020B0600000101010101" charset="-127"/>
              </a:rPr>
              <a:t>파라미터</a:t>
            </a:r>
            <a:endParaRPr lang="en-US" altLang="ko-KR" sz="2400" b="1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실험에 사용된 모든 모델은 동일한 파라미터 사용</a:t>
            </a: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8F26BDF9-90A2-19D2-F1A6-8A37EBAB8975}"/>
              </a:ext>
            </a:extLst>
          </p:cNvPr>
          <p:cNvSpPr/>
          <p:nvPr/>
        </p:nvSpPr>
        <p:spPr>
          <a:xfrm>
            <a:off x="9159875" y="2885001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FF349A-E653-7FB4-3864-97E8463B5E97}"/>
              </a:ext>
            </a:extLst>
          </p:cNvPr>
          <p:cNvSpPr txBox="1"/>
          <p:nvPr/>
        </p:nvSpPr>
        <p:spPr>
          <a:xfrm>
            <a:off x="9472655" y="2885048"/>
            <a:ext cx="83483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/>
              <a:t>이상치의 종류</a:t>
            </a:r>
            <a:endParaRPr lang="en-US" altLang="ko-KR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Point anomaly </a:t>
            </a: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값이 </a:t>
            </a:r>
            <a:r>
              <a:rPr lang="ko-KR" altLang="en-US" sz="2400" err="1">
                <a:latin typeface="Source Han Sans KR Medium" panose="020B0600000101010101" charset="-127"/>
                <a:ea typeface="Source Han Sans KR Medium" panose="020B0600000101010101" charset="-127"/>
              </a:rPr>
              <a:t>특출나게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높거나 낮은 것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Contextual anomaly</a:t>
            </a: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패턴에 어긋나는 값을 보이는 것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Collective anomaly  </a:t>
            </a: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특정 데이터 값은 이상하지 않지만 시간의 흐름에 따라 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   구간 전체에서 나타나는 이상치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해당 논문에서는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Contextual, Collective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모두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Contextual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로 묶어서 진행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96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F92C-E71C-6815-D715-8F66D367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A08F6E0-A7CF-80D0-B9DF-F15C080E08B0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33C5A22-42AF-0336-FA6B-11C600A315E8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논문 리뷰 </a:t>
            </a: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–</a:t>
            </a:r>
            <a:r>
              <a:rPr lang="ko-KR" alt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Experiment &amp; Conclusion(</a:t>
            </a:r>
            <a:r>
              <a:rPr lang="ko-KR" alt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실험</a:t>
            </a: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)</a:t>
            </a:r>
            <a:endParaRPr lang="en-US" sz="2800" b="1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9FF9EEE-1A86-C9A8-89A1-0D4904F5EBB0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0965BF9D-0F08-4253-DD97-EB9ACC5B332B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3693723B-57A0-03CC-192A-9F58DE4AD733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140B926-3ACF-9EF2-4157-283FA0BEF6C5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7987CADC-D576-08EB-EF66-479C25F00583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7325B066-AE1B-F2C4-3C52-6D88220A612E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04</a:t>
              </a: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BD183C1A-EA63-C2A9-1388-C2B4006CD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03" y="754486"/>
            <a:ext cx="7244011" cy="6738507"/>
          </a:xfrm>
          <a:prstGeom prst="rect">
            <a:avLst/>
          </a:prstGeom>
        </p:spPr>
      </p:pic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F881B8EE-0AE2-9EA4-622A-7DD46A3B9F5C}"/>
              </a:ext>
            </a:extLst>
          </p:cNvPr>
          <p:cNvSpPr/>
          <p:nvPr/>
        </p:nvSpPr>
        <p:spPr>
          <a:xfrm>
            <a:off x="6172200" y="1866302"/>
            <a:ext cx="1048381" cy="1139838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5D1D925-18B4-B267-76F2-E9263B3E85F6}"/>
              </a:ext>
            </a:extLst>
          </p:cNvPr>
          <p:cNvGrpSpPr/>
          <p:nvPr/>
        </p:nvGrpSpPr>
        <p:grpSpPr>
          <a:xfrm>
            <a:off x="7620000" y="4387049"/>
            <a:ext cx="13860110" cy="1569660"/>
            <a:chOff x="8777114" y="14051173"/>
            <a:chExt cx="13860110" cy="156966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2F52A8-62B1-E7BE-2EC3-C27493AC4DA2}"/>
                </a:ext>
              </a:extLst>
            </p:cNvPr>
            <p:cNvSpPr txBox="1"/>
            <p:nvPr/>
          </p:nvSpPr>
          <p:spPr>
            <a:xfrm>
              <a:off x="8932100" y="14051173"/>
              <a:ext cx="1370512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sz="2400" b="1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    [</a:t>
              </a:r>
              <a:r>
                <a:rPr kumimoji="1" lang="ko-KR" altLang="en-US" sz="2400" b="1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실험 결과</a:t>
              </a:r>
              <a:r>
                <a:rPr kumimoji="1" lang="en-US" altLang="ko-KR" sz="2400" b="1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]</a:t>
              </a:r>
            </a:p>
            <a:p>
              <a:pPr marL="914400" lvl="1" indent="-457200">
                <a:buFont typeface="시스템 서체 일반체"/>
                <a:buChar char="-"/>
              </a:pP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Non-</a:t>
              </a:r>
              <a:r>
                <a:rPr kumimoji="1" lang="en-US" altLang="ko-KR" sz="2400" err="1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Parametic</a:t>
              </a: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 w/Pruning</a:t>
              </a:r>
              <a:r>
                <a:rPr kumimoji="1" lang="ko-KR" altLang="en-US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이 가장 높은 </a:t>
              </a: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F</a:t>
              </a:r>
              <a:r>
                <a:rPr kumimoji="1" lang="en-US" altLang="ko-KR" sz="2400" baseline="-250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0.5 </a:t>
              </a: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 Score</a:t>
              </a:r>
              <a:r>
                <a:rPr kumimoji="1" lang="ko-KR" altLang="en-US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를 보임</a:t>
              </a:r>
              <a:endParaRPr kumimoji="1" lang="en-US" altLang="ko-KR" sz="2400" baseline="-25000">
                <a:latin typeface="Source Han Sans KR Medium" panose="020B0600000000000000" pitchFamily="34" charset="-128"/>
                <a:ea typeface="Source Han Sans KR Medium" panose="020B0600000000000000" pitchFamily="34" charset="-128"/>
              </a:endParaRPr>
            </a:p>
            <a:p>
              <a:pPr marL="914400" lvl="1" indent="-457200">
                <a:buFont typeface="시스템 서체 일반체"/>
                <a:buChar char="-"/>
              </a:pP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Gaussian</a:t>
              </a:r>
              <a:r>
                <a:rPr kumimoji="1" lang="ko-KR" altLang="en-US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 </a:t>
              </a: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Tail</a:t>
              </a:r>
              <a:r>
                <a:rPr kumimoji="1" lang="ko-KR" altLang="en-US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의 경우에서는 </a:t>
              </a: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w/Pruning</a:t>
              </a:r>
              <a:r>
                <a:rPr kumimoji="1" lang="ko-KR" altLang="en-US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이 가장 높은</a:t>
              </a: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F</a:t>
              </a:r>
              <a:r>
                <a:rPr kumimoji="1" lang="en-US" altLang="ko-KR" sz="2400" baseline="-250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0.5 </a:t>
              </a: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 Score</a:t>
              </a:r>
              <a:r>
                <a:rPr kumimoji="1" lang="ko-KR" altLang="en-US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를 보임</a:t>
              </a:r>
              <a:endPara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endParaRPr>
            </a:p>
            <a:p>
              <a:pPr marL="914400" lvl="1" indent="-457200">
                <a:buFont typeface="시스템 서체 일반체"/>
                <a:buChar char="-"/>
              </a:pP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MSL</a:t>
              </a:r>
              <a:r>
                <a:rPr kumimoji="1" lang="ko-KR" altLang="en-US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과 </a:t>
              </a: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SMAP</a:t>
              </a:r>
              <a:r>
                <a:rPr kumimoji="1" lang="ko-KR" altLang="en-US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의 평균 </a:t>
              </a: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LSTM </a:t>
              </a:r>
              <a:r>
                <a:rPr kumimoji="1" lang="ko-KR" altLang="en-US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예측 오류는 </a:t>
              </a:r>
              <a:r>
                <a:rPr kumimoji="1" lang="en-US" altLang="ko-KR" sz="2400">
                  <a:latin typeface="Source Han Sans KR Medium" panose="020B0600000000000000" pitchFamily="34" charset="-128"/>
                  <a:ea typeface="Source Han Sans KR Medium" panose="020B0600000000000000" pitchFamily="34" charset="-128"/>
                </a:rPr>
                <a:t>5.9%</a:t>
              </a:r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C2293A55-9CDE-8564-C0BD-0F209CDE5742}"/>
                </a:ext>
              </a:extLst>
            </p:cNvPr>
            <p:cNvSpPr/>
            <p:nvPr/>
          </p:nvSpPr>
          <p:spPr>
            <a:xfrm>
              <a:off x="8777114" y="14105639"/>
              <a:ext cx="388796" cy="364761"/>
            </a:xfrm>
            <a:custGeom>
              <a:avLst/>
              <a:gdLst/>
              <a:ahLst/>
              <a:cxnLst/>
              <a:rect l="l" t="t" r="r" b="b"/>
              <a:pathLst>
                <a:path w="648352" h="608272">
                  <a:moveTo>
                    <a:pt x="0" y="0"/>
                  </a:moveTo>
                  <a:lnTo>
                    <a:pt x="648351" y="0"/>
                  </a:lnTo>
                  <a:lnTo>
                    <a:pt x="648351" y="608272"/>
                  </a:lnTo>
                  <a:lnTo>
                    <a:pt x="0" y="60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B72D1AE6-40EF-0CC1-7B1A-894E79063B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0" y="7492993"/>
            <a:ext cx="4267200" cy="2210718"/>
          </a:xfrm>
          <a:prstGeom prst="rect">
            <a:avLst/>
          </a:prstGeom>
        </p:spPr>
      </p:pic>
      <p:sp>
        <p:nvSpPr>
          <p:cNvPr id="4" name="모서리가 둥근 직사각형 12">
            <a:extLst>
              <a:ext uri="{FF2B5EF4-FFF2-40B4-BE49-F238E27FC236}">
                <a16:creationId xmlns:a16="http://schemas.microsoft.com/office/drawing/2014/main" id="{3C1000BD-BAAA-3A17-79E8-2FB4DC00F449}"/>
              </a:ext>
            </a:extLst>
          </p:cNvPr>
          <p:cNvSpPr/>
          <p:nvPr/>
        </p:nvSpPr>
        <p:spPr>
          <a:xfrm>
            <a:off x="6248400" y="6368143"/>
            <a:ext cx="1048381" cy="930182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5734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4FF31-1A08-5CC1-EBDF-71B8C4D13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0656C03-A839-AEB3-561C-45C9F7ABCB26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BBC854B-43C0-F9E8-F414-B57EB69C5F8B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2800" b="1" err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깃허브</a:t>
            </a:r>
            <a:r>
              <a:rPr 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800" b="1" err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활동</a:t>
            </a:r>
            <a:r>
              <a:rPr 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- </a:t>
            </a:r>
            <a:r>
              <a:rPr lang="ko-KR" alt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민성</a:t>
            </a:r>
            <a:endParaRPr lang="en-US" sz="2800" b="1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6739E3B-EC32-9A94-0639-A9CA22A90DEB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9DF7BEBE-2B5B-C2DC-8C83-94327272133D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CF1385A7-2BD9-F168-F49D-3A20FA837422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621A5F5-9A67-8C97-4E60-B13821B834F2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B8217EA2-B07A-BC9E-B8D9-696A419F01E7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5CCE0D37-FD3F-AA11-40C0-CF4027404907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04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9EF2E9D-E34C-22FA-759D-B7F12A03B514}"/>
              </a:ext>
            </a:extLst>
          </p:cNvPr>
          <p:cNvSpPr txBox="1"/>
          <p:nvPr/>
        </p:nvSpPr>
        <p:spPr>
          <a:xfrm>
            <a:off x="991342" y="712140"/>
            <a:ext cx="1360849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400" err="1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깃허브</a:t>
            </a:r>
            <a:r>
              <a:rPr lang="ko-KR" altLang="en-US" sz="2400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 스킨</a:t>
            </a:r>
            <a:r>
              <a:rPr lang="en-US" altLang="ko-KR" sz="2400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 </a:t>
            </a:r>
            <a:r>
              <a:rPr lang="ko-KR" altLang="en-US" sz="2400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적용</a:t>
            </a: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945EDC2B-920A-5996-E604-B237516CDC7A}"/>
              </a:ext>
            </a:extLst>
          </p:cNvPr>
          <p:cNvSpPr/>
          <p:nvPr/>
        </p:nvSpPr>
        <p:spPr>
          <a:xfrm>
            <a:off x="602546" y="7543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27213D-FA2E-FC52-09FD-5DF1A1E719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16" y="2262012"/>
            <a:ext cx="9750198" cy="55190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2ECD857-D877-9F73-F41B-015E993B52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2396797"/>
            <a:ext cx="6992711" cy="425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57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4DE3-956D-BEB4-B6C6-CC5FCA2D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12134C5-CCAF-F08D-F6C3-4CEDDBA66C7F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E1D32C6-A9CB-49D8-8BB0-9F744EE3204B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2800" b="1" err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깃허브</a:t>
            </a:r>
            <a:r>
              <a:rPr 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800" b="1" err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활동</a:t>
            </a:r>
            <a:r>
              <a:rPr 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- </a:t>
            </a:r>
            <a:r>
              <a:rPr lang="ko-KR" alt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현석</a:t>
            </a:r>
            <a:endParaRPr lang="en-US" sz="2800" b="1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ED700BC-7659-B219-26F7-0AF0B7F1746C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6C1169B5-D19F-B5EB-D713-B68C51B2C80F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E15903A9-D1D3-4AF7-9969-7B12BCB7ACD8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F6A5CF7-63B8-5F57-0486-223266C86EC9}"/>
              </a:ext>
            </a:extLst>
          </p:cNvPr>
          <p:cNvGrpSpPr/>
          <p:nvPr/>
        </p:nvGrpSpPr>
        <p:grpSpPr>
          <a:xfrm>
            <a:off x="6485" y="-342899"/>
            <a:ext cx="679315" cy="914401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9A3C6D6E-6B01-1145-862E-FA89C1AFFF1C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0078DB2E-8852-D73F-B70F-EA8394FB8C2E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5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pic>
        <p:nvPicPr>
          <p:cNvPr id="6" name="그림 5" descr="텍스트, 스크린샷, 폰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A9CAD85-8E0D-AFC6-3502-8493107B2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16" y="1287982"/>
            <a:ext cx="11471908" cy="7499349"/>
          </a:xfrm>
          <a:prstGeom prst="rect">
            <a:avLst/>
          </a:prstGeom>
        </p:spPr>
      </p:pic>
      <p:pic>
        <p:nvPicPr>
          <p:cNvPr id="8" name="그림 7" descr="텍스트, 소프트웨어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055A1C3-0F05-D7A6-B923-05F9DCD33C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47"/>
          <a:stretch/>
        </p:blipFill>
        <p:spPr>
          <a:xfrm>
            <a:off x="11926092" y="1321965"/>
            <a:ext cx="6361908" cy="3913187"/>
          </a:xfrm>
          <a:prstGeom prst="rect">
            <a:avLst/>
          </a:prstGeom>
        </p:spPr>
      </p:pic>
      <p:pic>
        <p:nvPicPr>
          <p:cNvPr id="11" name="그림 10" descr="텍스트, 폰트, 소프트웨어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79BA4F-E0A5-3DD6-1E52-9305246D7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96"/>
          <a:stretch/>
        </p:blipFill>
        <p:spPr>
          <a:xfrm>
            <a:off x="11926092" y="5550871"/>
            <a:ext cx="4757012" cy="3913187"/>
          </a:xfrm>
          <a:prstGeom prst="rect">
            <a:avLst/>
          </a:prstGeom>
        </p:spPr>
      </p:pic>
      <p:pic>
        <p:nvPicPr>
          <p:cNvPr id="15" name="그림 14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3159105-A3BB-5D14-ACD8-EF47E7AA8F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046" y="7673358"/>
            <a:ext cx="2286000" cy="1790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7EC4CB0-5079-5D03-E395-223C05AAAF1B}"/>
              </a:ext>
            </a:extLst>
          </p:cNvPr>
          <p:cNvSpPr txBox="1"/>
          <p:nvPr/>
        </p:nvSpPr>
        <p:spPr>
          <a:xfrm>
            <a:off x="991342" y="712140"/>
            <a:ext cx="1360849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400" err="1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깃허브</a:t>
            </a:r>
            <a:r>
              <a:rPr lang="ko-KR" altLang="en-US" sz="2400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 스킨</a:t>
            </a:r>
            <a:r>
              <a:rPr lang="en-US" altLang="ko-KR" sz="2400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 </a:t>
            </a:r>
            <a:r>
              <a:rPr lang="ko-KR" altLang="en-US" sz="2400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적용</a:t>
            </a: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62CF99AC-5C56-5036-5200-2185CD059626}"/>
              </a:ext>
            </a:extLst>
          </p:cNvPr>
          <p:cNvSpPr/>
          <p:nvPr/>
        </p:nvSpPr>
        <p:spPr>
          <a:xfrm>
            <a:off x="602546" y="7543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83A069-EA76-53E3-5DCD-3CA3CD4FC65A}"/>
              </a:ext>
            </a:extLst>
          </p:cNvPr>
          <p:cNvSpPr/>
          <p:nvPr/>
        </p:nvSpPr>
        <p:spPr>
          <a:xfrm>
            <a:off x="16535400" y="7673358"/>
            <a:ext cx="857646" cy="1565892"/>
          </a:xfrm>
          <a:prstGeom prst="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04767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E3C5-492A-C2D9-C873-7D8F4998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D9596B1-6045-FACF-4C42-8F3CFE32CD55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F0084AB-9A0C-B9A7-34FA-A70D1EC6B2CD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2800" b="1" err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깃허브</a:t>
            </a:r>
            <a:r>
              <a:rPr 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800" b="1" err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활동</a:t>
            </a:r>
            <a:r>
              <a:rPr 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- </a:t>
            </a:r>
            <a:r>
              <a:rPr lang="ko-KR" alt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현석</a:t>
            </a:r>
            <a:endParaRPr lang="en-US" sz="2800" b="1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891F9ED-BD6B-598E-BFF3-2C36587DCB60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3B02202E-0CFD-729D-2AB4-14C4C8ABFF9F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91EEA19C-D40D-0CE7-5B2C-8BBDBCD3426B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AAB5CAF-F745-58F6-077B-08B88D783B0E}"/>
              </a:ext>
            </a:extLst>
          </p:cNvPr>
          <p:cNvGrpSpPr/>
          <p:nvPr/>
        </p:nvGrpSpPr>
        <p:grpSpPr>
          <a:xfrm>
            <a:off x="6485" y="-342899"/>
            <a:ext cx="679315" cy="914401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BE9765F5-7785-54E6-5E96-C21F824ED9F4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53A75141-B25C-C917-664A-1EBF5325E6F8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5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51F7852-CD4A-EA57-6CDC-4C927C454CEF}"/>
              </a:ext>
            </a:extLst>
          </p:cNvPr>
          <p:cNvSpPr txBox="1"/>
          <p:nvPr/>
        </p:nvSpPr>
        <p:spPr>
          <a:xfrm>
            <a:off x="991342" y="712140"/>
            <a:ext cx="1360849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400" err="1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깃허브</a:t>
            </a:r>
            <a:r>
              <a:rPr lang="ko-KR" altLang="en-US" sz="2400">
                <a:effectLst/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 </a:t>
            </a:r>
            <a:r>
              <a:rPr lang="ko-KR" altLang="en-US" sz="240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활동 </a:t>
            </a:r>
            <a:r>
              <a:rPr lang="en-US" altLang="ko-KR" sz="240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– </a:t>
            </a:r>
            <a:r>
              <a:rPr lang="ko-KR" altLang="en-US" sz="2400">
                <a:latin typeface="Source Han Sans KR Bold" panose="020B0800000000000000" pitchFamily="34" charset="-128"/>
                <a:ea typeface="Source Han Sans KR Bold" panose="020B0800000000000000" pitchFamily="34" charset="-128"/>
              </a:rPr>
              <a:t>백준 문제풀이</a:t>
            </a:r>
            <a:endParaRPr lang="ko-KR" altLang="en-US" sz="2400">
              <a:effectLst/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8ADCFDFC-FEE9-256F-E2D9-6D095D12CDEC}"/>
              </a:ext>
            </a:extLst>
          </p:cNvPr>
          <p:cNvSpPr/>
          <p:nvPr/>
        </p:nvSpPr>
        <p:spPr>
          <a:xfrm>
            <a:off x="602546" y="7543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25" name="그림 24" descr="텍스트, 영수증, 대수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54D360E-461E-F070-A269-7C95FC20B4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42" y="1537540"/>
            <a:ext cx="17011783" cy="436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27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59923" y="4467353"/>
            <a:ext cx="4168155" cy="1218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89"/>
              </a:lnSpc>
              <a:spcBef>
                <a:spcPct val="0"/>
              </a:spcBef>
            </a:pPr>
            <a:r>
              <a:rPr lang="en-US" sz="7135" b="1">
                <a:solidFill>
                  <a:srgbClr val="FAFAFA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감사합니다</a:t>
            </a:r>
          </a:p>
        </p:txBody>
      </p:sp>
      <p:sp>
        <p:nvSpPr>
          <p:cNvPr id="3" name="AutoShape 3"/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5938004" y="990600"/>
            <a:ext cx="1664196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AFAFA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2025.0</a:t>
            </a:r>
            <a:r>
              <a:rPr lang="en-US" altLang="ko-KR" sz="2000">
                <a:solidFill>
                  <a:srgbClr val="FAFAFA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3</a:t>
            </a:r>
            <a:r>
              <a:rPr lang="en-US" sz="2000">
                <a:solidFill>
                  <a:srgbClr val="FAFAFA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.27.</a:t>
            </a:r>
          </a:p>
        </p:txBody>
      </p:sp>
      <p:grpSp>
        <p:nvGrpSpPr>
          <p:cNvPr id="10" name="Group 6">
            <a:extLst>
              <a:ext uri="{FF2B5EF4-FFF2-40B4-BE49-F238E27FC236}">
                <a16:creationId xmlns:a16="http://schemas.microsoft.com/office/drawing/2014/main" id="{166048E4-7E1E-B31B-4F4B-2250759C1EC5}"/>
              </a:ext>
            </a:extLst>
          </p:cNvPr>
          <p:cNvGrpSpPr/>
          <p:nvPr/>
        </p:nvGrpSpPr>
        <p:grpSpPr>
          <a:xfrm>
            <a:off x="6901866" y="5686297"/>
            <a:ext cx="4465218" cy="929096"/>
            <a:chOff x="0" y="-192881"/>
            <a:chExt cx="5953623" cy="1238795"/>
          </a:xfrm>
        </p:grpSpPr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A134C66D-C6B4-66F7-1539-845B93193C42}"/>
                </a:ext>
              </a:extLst>
            </p:cNvPr>
            <p:cNvGrpSpPr/>
            <p:nvPr/>
          </p:nvGrpSpPr>
          <p:grpSpPr>
            <a:xfrm>
              <a:off x="0" y="-192881"/>
              <a:ext cx="5953623" cy="1238795"/>
              <a:chOff x="0" y="-38100"/>
              <a:chExt cx="1176024" cy="244700"/>
            </a:xfrm>
          </p:grpSpPr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E176F4E4-5163-C1BD-B125-F90B5EF84C45}"/>
                  </a:ext>
                </a:extLst>
              </p:cNvPr>
              <p:cNvSpPr/>
              <p:nvPr/>
            </p:nvSpPr>
            <p:spPr>
              <a:xfrm>
                <a:off x="0" y="-38100"/>
                <a:ext cx="1176024" cy="244700"/>
              </a:xfrm>
              <a:custGeom>
                <a:avLst/>
                <a:gdLst/>
                <a:ahLst/>
                <a:cxnLst/>
                <a:rect l="l" t="t" r="r" b="b"/>
                <a:pathLst>
                  <a:path w="733922" h="186926">
                    <a:moveTo>
                      <a:pt x="93463" y="0"/>
                    </a:moveTo>
                    <a:lnTo>
                      <a:pt x="640459" y="0"/>
                    </a:lnTo>
                    <a:cubicBezTo>
                      <a:pt x="665247" y="0"/>
                      <a:pt x="689020" y="9847"/>
                      <a:pt x="706548" y="27375"/>
                    </a:cubicBezTo>
                    <a:cubicBezTo>
                      <a:pt x="724075" y="44902"/>
                      <a:pt x="733922" y="68675"/>
                      <a:pt x="733922" y="93463"/>
                    </a:cubicBezTo>
                    <a:lnTo>
                      <a:pt x="733922" y="93463"/>
                    </a:lnTo>
                    <a:cubicBezTo>
                      <a:pt x="733922" y="118251"/>
                      <a:pt x="724075" y="142024"/>
                      <a:pt x="706548" y="159551"/>
                    </a:cubicBezTo>
                    <a:cubicBezTo>
                      <a:pt x="689020" y="177079"/>
                      <a:pt x="665247" y="186926"/>
                      <a:pt x="640459" y="186926"/>
                    </a:cubicBezTo>
                    <a:lnTo>
                      <a:pt x="93463" y="186926"/>
                    </a:lnTo>
                    <a:cubicBezTo>
                      <a:pt x="68675" y="186926"/>
                      <a:pt x="44902" y="177079"/>
                      <a:pt x="27375" y="159551"/>
                    </a:cubicBezTo>
                    <a:cubicBezTo>
                      <a:pt x="9847" y="142024"/>
                      <a:pt x="0" y="118251"/>
                      <a:pt x="0" y="93463"/>
                    </a:cubicBezTo>
                    <a:lnTo>
                      <a:pt x="0" y="93463"/>
                    </a:lnTo>
                    <a:cubicBezTo>
                      <a:pt x="0" y="68675"/>
                      <a:pt x="9847" y="44902"/>
                      <a:pt x="27375" y="27375"/>
                    </a:cubicBezTo>
                    <a:cubicBezTo>
                      <a:pt x="44902" y="9847"/>
                      <a:pt x="68675" y="0"/>
                      <a:pt x="93463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9">
                <a:extLst>
                  <a:ext uri="{FF2B5EF4-FFF2-40B4-BE49-F238E27FC236}">
                    <a16:creationId xmlns:a16="http://schemas.microsoft.com/office/drawing/2014/main" id="{EA756317-E520-2527-9A95-7C0A118EFDB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33922" cy="2250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69EC77DE-9496-6FF0-2C87-8CAA48E00123}"/>
                </a:ext>
              </a:extLst>
            </p:cNvPr>
            <p:cNvSpPr txBox="1"/>
            <p:nvPr/>
          </p:nvSpPr>
          <p:spPr>
            <a:xfrm>
              <a:off x="739251" y="-4785"/>
              <a:ext cx="4604774" cy="8479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0"/>
                </a:lnSpc>
                <a:spcBef>
                  <a:spcPct val="0"/>
                </a:spcBef>
              </a:pPr>
              <a:r>
                <a:rPr lang="en-US" sz="3793" b="1" err="1">
                  <a:solidFill>
                    <a:srgbClr val="F9F3E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장현석</a:t>
              </a:r>
              <a:r>
                <a:rPr lang="en-US" sz="3793" b="1">
                  <a:solidFill>
                    <a:srgbClr val="F9F3E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, </a:t>
              </a:r>
              <a:r>
                <a:rPr lang="ko-KR" altLang="en-US" sz="3793" b="1">
                  <a:solidFill>
                    <a:srgbClr val="F9F3E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정민성</a:t>
              </a:r>
              <a:endParaRPr lang="en-US" sz="3793" b="1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F55A0452E259A48B3B4C299F7910F31" ma:contentTypeVersion="12" ma:contentTypeDescription="새 문서를 만듭니다." ma:contentTypeScope="" ma:versionID="93a23572383c64a6b574368beb4eb949">
  <xsd:schema xmlns:xsd="http://www.w3.org/2001/XMLSchema" xmlns:xs="http://www.w3.org/2001/XMLSchema" xmlns:p="http://schemas.microsoft.com/office/2006/metadata/properties" xmlns:ns2="dda23731-9eaf-490a-9b69-c34e96cf22ca" xmlns:ns3="9639060b-3e32-4c2b-b0e0-7d61e1a1e0fb" targetNamespace="http://schemas.microsoft.com/office/2006/metadata/properties" ma:root="true" ma:fieldsID="832f1d0b68974fb6485558cbb38fdb3d" ns2:_="" ns3:_="">
    <xsd:import namespace="dda23731-9eaf-490a-9b69-c34e96cf22ca"/>
    <xsd:import namespace="9639060b-3e32-4c2b-b0e0-7d61e1a1e0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a23731-9eaf-490a-9b69-c34e96cf22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59f65d27-7d66-41f1-9e86-1d8e565610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39060b-3e32-4c2b-b0e0-7d61e1a1e0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9662a04-7a19-4039-b2bc-f3f6dc3d41b1}" ma:internalName="TaxCatchAll" ma:showField="CatchAllData" ma:web="9639060b-3e32-4c2b-b0e0-7d61e1a1e0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a23731-9eaf-490a-9b69-c34e96cf22ca">
      <Terms xmlns="http://schemas.microsoft.com/office/infopath/2007/PartnerControls"/>
    </lcf76f155ced4ddcb4097134ff3c332f>
    <TaxCatchAll xmlns="9639060b-3e32-4c2b-b0e0-7d61e1a1e0fb" xsi:nil="true"/>
  </documentManagement>
</p:properties>
</file>

<file path=customXml/itemProps1.xml><?xml version="1.0" encoding="utf-8"?>
<ds:datastoreItem xmlns:ds="http://schemas.openxmlformats.org/officeDocument/2006/customXml" ds:itemID="{9D258FFB-CF67-48B9-8520-11512EFACB65}">
  <ds:schemaRefs>
    <ds:schemaRef ds:uri="9639060b-3e32-4c2b-b0e0-7d61e1a1e0fb"/>
    <ds:schemaRef ds:uri="dda23731-9eaf-490a-9b69-c34e96cf22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AD56E5-9E1C-4A01-98D7-8231E1C7EA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D85453-B596-40E6-A0D7-7862A69D9F81}">
  <ds:schemaRefs>
    <ds:schemaRef ds:uri="9639060b-3e32-4c2b-b0e0-7d61e1a1e0fb"/>
    <ds:schemaRef ds:uri="dda23731-9eaf-490a-9b69-c34e96cf22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1622</Words>
  <Application>Microsoft Office PowerPoint</Application>
  <PresentationFormat>사용자 지정</PresentationFormat>
  <Paragraphs>185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Source Han Sans KR</vt:lpstr>
      <vt:lpstr>Source Han Sans KR Bold</vt:lpstr>
      <vt:lpstr>Source Han Sans KR Medium</vt:lpstr>
      <vt:lpstr>Bruno</vt:lpstr>
      <vt:lpstr>Cambria Math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레드 그레이 깔끔한 프로젝트 프레젠테이션</dc:title>
  <cp:lastModifiedBy>정민성</cp:lastModifiedBy>
  <cp:revision>1</cp:revision>
  <dcterms:created xsi:type="dcterms:W3CDTF">2006-08-16T00:00:00Z</dcterms:created>
  <dcterms:modified xsi:type="dcterms:W3CDTF">2025-03-27T08:55:27Z</dcterms:modified>
  <dc:identifier>DAGewWZJ80o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0x010100BF55A0452E259A48B3B4C299F7910F31</vt:lpwstr>
  </property>
  <property fmtid="{D5CDD505-2E9C-101B-9397-08002B2CF9AE}" pid="3" name="MediaServiceImageTags">
    <vt:lpwstr/>
  </property>
</Properties>
</file>